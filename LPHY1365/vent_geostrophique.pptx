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01B"/>
    <a:srgbClr val="782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5"/>
    <p:restoredTop sz="94737"/>
  </p:normalViewPr>
  <p:slideViewPr>
    <p:cSldViewPr snapToGrid="0">
      <p:cViewPr varScale="1">
        <p:scale>
          <a:sx n="110" d="100"/>
          <a:sy n="110" d="100"/>
        </p:scale>
        <p:origin x="192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E80014-A09E-D3AF-86D8-DB9345CE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FBAEE37-67A7-7110-0B97-D0CB7042A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B476D4-A033-E217-BC30-85B546A42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A2137F-F441-126C-954E-D760DE171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E8AD5E-D457-B11B-BF14-4A58F2EE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5618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2A455F-A9FB-BAF3-79E8-B0A059510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2DEFF3-E297-B142-A76B-943A34D45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5FF6BC-8C05-A3C9-CC6A-F9C8D9F7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AF4EAA-0C6A-B1AB-7843-2EBED3B47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93B17A-E7E1-2619-F88D-3CE6B42A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353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44EC50-A2D3-8028-119A-35F26198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36743CD-DF6E-7910-6A8E-496D43084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65A816-B46E-4FB8-F47D-5B907E878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6CB434-7473-B9D0-A10F-4862231F1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C8F75B-E7A5-489F-7116-9AA52E423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9027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BDE30E-A729-74AB-A176-A4E5024CE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856C78-2283-1BCE-9674-B12FB1C0D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7A8F40-BD96-8AB3-5715-E61BE1BF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195C0F0-0427-C96A-35EE-4B77E3848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2EA307-7608-908F-A266-B8A141DA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E614F67-C3CF-0AC5-09E6-45111556B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10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11411F-304F-C02D-2AC1-A910958F0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058B39-C298-09BB-2819-49DB6BE00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12476D-BBDB-7FBC-9492-10E70EC47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2B08440-A46A-6BE1-66C1-C891FC4FA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DFD46BC-79F6-1DC3-0278-0B3114C72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9C4DC2F-5263-C3BE-7FBF-4AC3E71C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DB3105C-CB39-912A-6E3B-0224EB056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55925F4-D81C-7A1F-7A52-652244846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3454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298044-6A3D-A4BE-6644-E61A6D55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00CC280-E043-3D9F-ABEB-F0A98B9B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4217E65-E322-D6BD-2FA5-CFA6BE5D9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F32F048-AF4A-116A-953E-9BA37DFC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3064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66CDC-759C-A229-206E-FFEF0F2D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5A3E802-FACF-E5A8-D8AC-C78326CB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8907C2-A77E-BE7F-C9F5-02CA821A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63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9C17D9-ED6F-CF94-2BD0-B0B56DD33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61B505-69AB-8179-8BF1-80A74399A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35D14E0-9415-CECF-7F3B-3C909379F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C50595E-E4F0-8FAA-989C-6814C464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3C5E08B-F63D-9F2B-385A-87E6CE45A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5AE2BF-ACD2-773A-1FC3-F694767C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67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FAB928-FF9E-E1FE-741C-3B0670462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F7B279-3E06-C599-2C73-D159B39FB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B017A6-716F-E079-15AB-21253E4426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AE60DB-B773-32FF-6DFE-C8EDD952E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94511FA-12B4-06D6-434D-608B5ECD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434DE9-7ED5-22B0-2ADB-5DF9F2CE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889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53BD35-25EE-0D92-67EA-94E6513DB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C35D6A0-4ACC-25B4-F24B-DD88342CD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7D2C51-C6FD-F5E0-DE56-4752F6486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1EDD8E-C9FF-C18B-AF4A-D99EB791A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4ABE67-6238-FC0B-7618-6DB0A4D3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745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AD9BB3-B40F-317B-AE96-1B4F6760E8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8B76683-393F-319A-97B2-416F822590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4BF974-D0A5-E6B1-8744-98DD2880B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18D068-CF4D-1E58-7870-6E72D7BB3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EB90AE-D3AA-7595-649F-E114B0573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278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DCAC27-3E98-53E3-F416-EE2A6D2EB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DD096D-A982-E6C3-B699-F76BC2073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AB939D-16EE-7CC9-47F0-2B52649FB0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1FD43-25A7-0C42-BA20-C5374ECCDB2C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46E34F8-F93B-7375-BC81-F4B074B66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0ECE53-58EB-3AE0-0AEB-733BE627A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8051A-E97D-2D45-895E-7D40E53DF3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063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7286919-5A82-54A2-A770-6EE2B2186166}"/>
              </a:ext>
            </a:extLst>
          </p:cNvPr>
          <p:cNvCxnSpPr>
            <a:cxnSpLocks/>
          </p:cNvCxnSpPr>
          <p:nvPr/>
        </p:nvCxnSpPr>
        <p:spPr>
          <a:xfrm flipV="1">
            <a:off x="199049" y="3178698"/>
            <a:ext cx="915365" cy="604776"/>
          </a:xfrm>
          <a:prstGeom prst="straightConnector1">
            <a:avLst/>
          </a:prstGeom>
          <a:ln w="92075">
            <a:solidFill>
              <a:srgbClr val="78206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lipse 6">
            <a:extLst>
              <a:ext uri="{FF2B5EF4-FFF2-40B4-BE49-F238E27FC236}">
                <a16:creationId xmlns:a16="http://schemas.microsoft.com/office/drawing/2014/main" id="{F9F2F4EE-7C48-A105-26C2-C34276441034}"/>
              </a:ext>
            </a:extLst>
          </p:cNvPr>
          <p:cNvSpPr/>
          <p:nvPr/>
        </p:nvSpPr>
        <p:spPr>
          <a:xfrm>
            <a:off x="94877" y="3679302"/>
            <a:ext cx="208344" cy="208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6B5E593-7860-93DE-515B-C2500E5EDA35}"/>
              </a:ext>
            </a:extLst>
          </p:cNvPr>
          <p:cNvCxnSpPr/>
          <p:nvPr/>
        </p:nvCxnSpPr>
        <p:spPr>
          <a:xfrm>
            <a:off x="1400537" y="0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èche vers la droite 9">
            <a:extLst>
              <a:ext uri="{FF2B5EF4-FFF2-40B4-BE49-F238E27FC236}">
                <a16:creationId xmlns:a16="http://schemas.microsoft.com/office/drawing/2014/main" id="{563514C9-5741-26A7-D411-5257CE02673A}"/>
              </a:ext>
            </a:extLst>
          </p:cNvPr>
          <p:cNvSpPr/>
          <p:nvPr/>
        </p:nvSpPr>
        <p:spPr>
          <a:xfrm>
            <a:off x="821803" y="289367"/>
            <a:ext cx="1157468" cy="39353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C4649791-9777-1882-1DD7-7809E4B0F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59" y="2691916"/>
            <a:ext cx="344348" cy="382609"/>
          </a:xfrm>
          <a:prstGeom prst="rect">
            <a:avLst/>
          </a:prstGeom>
        </p:spPr>
      </p:pic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B90FC197-4AA2-1A9D-1CF0-5ABC51C9F3F8}"/>
              </a:ext>
            </a:extLst>
          </p:cNvPr>
          <p:cNvCxnSpPr>
            <a:cxnSpLocks/>
          </p:cNvCxnSpPr>
          <p:nvPr/>
        </p:nvCxnSpPr>
        <p:spPr>
          <a:xfrm flipH="1" flipV="1">
            <a:off x="2211730" y="2820526"/>
            <a:ext cx="633711" cy="962948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 15">
            <a:extLst>
              <a:ext uri="{FF2B5EF4-FFF2-40B4-BE49-F238E27FC236}">
                <a16:creationId xmlns:a16="http://schemas.microsoft.com/office/drawing/2014/main" id="{3BB5149D-D099-42F3-BE76-A89965C5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488" y="2733875"/>
            <a:ext cx="344348" cy="382609"/>
          </a:xfrm>
          <a:prstGeom prst="rect">
            <a:avLst/>
          </a:prstGeom>
        </p:spPr>
      </p:pic>
      <p:sp>
        <p:nvSpPr>
          <p:cNvPr id="26" name="Flèche vers la droite 25">
            <a:extLst>
              <a:ext uri="{FF2B5EF4-FFF2-40B4-BE49-F238E27FC236}">
                <a16:creationId xmlns:a16="http://schemas.microsoft.com/office/drawing/2014/main" id="{A2D80D03-CBC4-3DA7-F6D3-91E99DA368C3}"/>
              </a:ext>
            </a:extLst>
          </p:cNvPr>
          <p:cNvSpPr/>
          <p:nvPr/>
        </p:nvSpPr>
        <p:spPr>
          <a:xfrm>
            <a:off x="3426615" y="289367"/>
            <a:ext cx="1157468" cy="39353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9A18D02-1E23-29EF-6C57-EC7710B2A433}"/>
              </a:ext>
            </a:extLst>
          </p:cNvPr>
          <p:cNvCxnSpPr/>
          <p:nvPr/>
        </p:nvCxnSpPr>
        <p:spPr>
          <a:xfrm>
            <a:off x="4005349" y="0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Image 29">
            <a:extLst>
              <a:ext uri="{FF2B5EF4-FFF2-40B4-BE49-F238E27FC236}">
                <a16:creationId xmlns:a16="http://schemas.microsoft.com/office/drawing/2014/main" id="{EBA1FA5D-EB16-C8D2-82C4-C6C7ABFF4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214" y="2857819"/>
            <a:ext cx="344348" cy="382609"/>
          </a:xfrm>
          <a:prstGeom prst="rect">
            <a:avLst/>
          </a:prstGeom>
        </p:spPr>
      </p:pic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C872B90B-A8D5-4A7C-1535-8B5161C319AB}"/>
              </a:ext>
            </a:extLst>
          </p:cNvPr>
          <p:cNvCxnSpPr>
            <a:cxnSpLocks/>
          </p:cNvCxnSpPr>
          <p:nvPr/>
        </p:nvCxnSpPr>
        <p:spPr>
          <a:xfrm>
            <a:off x="5464480" y="3795049"/>
            <a:ext cx="1131046" cy="1701237"/>
          </a:xfrm>
          <a:prstGeom prst="straightConnector1">
            <a:avLst/>
          </a:prstGeom>
          <a:ln w="920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931A9FDC-A08A-F23F-DFB3-2833130D4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933" y="3360113"/>
            <a:ext cx="946957" cy="449565"/>
          </a:xfrm>
          <a:prstGeom prst="rect">
            <a:avLst/>
          </a:prstGeom>
        </p:spPr>
      </p:pic>
      <p:pic>
        <p:nvPicPr>
          <p:cNvPr id="41" name="Image 40">
            <a:extLst>
              <a:ext uri="{FF2B5EF4-FFF2-40B4-BE49-F238E27FC236}">
                <a16:creationId xmlns:a16="http://schemas.microsoft.com/office/drawing/2014/main" id="{B37BF0A7-BC53-9212-32F8-D5782414F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525" y="5758079"/>
            <a:ext cx="2467827" cy="449565"/>
          </a:xfrm>
          <a:prstGeom prst="rect">
            <a:avLst/>
          </a:prstGeom>
        </p:spPr>
      </p:pic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40691234-1B3C-EC5C-B84B-F7B9EA667D14}"/>
              </a:ext>
            </a:extLst>
          </p:cNvPr>
          <p:cNvCxnSpPr>
            <a:cxnSpLocks/>
          </p:cNvCxnSpPr>
          <p:nvPr/>
        </p:nvCxnSpPr>
        <p:spPr>
          <a:xfrm flipV="1">
            <a:off x="2865695" y="3178698"/>
            <a:ext cx="915365" cy="604776"/>
          </a:xfrm>
          <a:prstGeom prst="straightConnector1">
            <a:avLst/>
          </a:prstGeom>
          <a:ln w="92075">
            <a:solidFill>
              <a:srgbClr val="78206E">
                <a:alpha val="39535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074F559-D645-4980-0209-DC55AB317CAE}"/>
              </a:ext>
            </a:extLst>
          </p:cNvPr>
          <p:cNvCxnSpPr>
            <a:cxnSpLocks/>
          </p:cNvCxnSpPr>
          <p:nvPr/>
        </p:nvCxnSpPr>
        <p:spPr>
          <a:xfrm flipH="1" flipV="1">
            <a:off x="4813598" y="2820526"/>
            <a:ext cx="633711" cy="962948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102F80AA-7E5A-7F53-9A41-0B2254C7D470}"/>
              </a:ext>
            </a:extLst>
          </p:cNvPr>
          <p:cNvCxnSpPr>
            <a:cxnSpLocks/>
          </p:cNvCxnSpPr>
          <p:nvPr/>
        </p:nvCxnSpPr>
        <p:spPr>
          <a:xfrm flipV="1">
            <a:off x="5476818" y="3178698"/>
            <a:ext cx="915365" cy="604776"/>
          </a:xfrm>
          <a:prstGeom prst="straightConnector1">
            <a:avLst/>
          </a:prstGeom>
          <a:ln w="92075">
            <a:solidFill>
              <a:srgbClr val="78206E">
                <a:alpha val="39535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lèche vers la droite 49">
            <a:extLst>
              <a:ext uri="{FF2B5EF4-FFF2-40B4-BE49-F238E27FC236}">
                <a16:creationId xmlns:a16="http://schemas.microsoft.com/office/drawing/2014/main" id="{087D8246-0DBD-B399-058A-182378F58D3B}"/>
              </a:ext>
            </a:extLst>
          </p:cNvPr>
          <p:cNvSpPr/>
          <p:nvPr/>
        </p:nvSpPr>
        <p:spPr>
          <a:xfrm>
            <a:off x="6272618" y="289367"/>
            <a:ext cx="1157468" cy="39353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F6CFE07D-D725-5DB5-D4D8-5CA88DB23CDA}"/>
              </a:ext>
            </a:extLst>
          </p:cNvPr>
          <p:cNvCxnSpPr/>
          <p:nvPr/>
        </p:nvCxnSpPr>
        <p:spPr>
          <a:xfrm>
            <a:off x="6969613" y="81023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lipse 28">
            <a:extLst>
              <a:ext uri="{FF2B5EF4-FFF2-40B4-BE49-F238E27FC236}">
                <a16:creationId xmlns:a16="http://schemas.microsoft.com/office/drawing/2014/main" id="{22C2D007-94B6-7E50-144C-9C001224B371}"/>
              </a:ext>
            </a:extLst>
          </p:cNvPr>
          <p:cNvSpPr/>
          <p:nvPr/>
        </p:nvSpPr>
        <p:spPr>
          <a:xfrm>
            <a:off x="5360308" y="3679302"/>
            <a:ext cx="208344" cy="208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089B176-BA3F-9A2F-605A-9E3DCB884F53}"/>
              </a:ext>
            </a:extLst>
          </p:cNvPr>
          <p:cNvSpPr/>
          <p:nvPr/>
        </p:nvSpPr>
        <p:spPr>
          <a:xfrm>
            <a:off x="2741269" y="3679302"/>
            <a:ext cx="208344" cy="208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81A32B04-964A-65BD-8770-276A455D0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945" y="3396284"/>
            <a:ext cx="946957" cy="449565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B13E07A0-AB62-705B-1469-7F0737F47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756" y="2857819"/>
            <a:ext cx="344348" cy="382609"/>
          </a:xfrm>
          <a:prstGeom prst="rect">
            <a:avLst/>
          </a:prstGeom>
        </p:spPr>
      </p:pic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1B7D344A-A1EA-252D-4C17-88951025FF1A}"/>
              </a:ext>
            </a:extLst>
          </p:cNvPr>
          <p:cNvCxnSpPr>
            <a:cxnSpLocks/>
          </p:cNvCxnSpPr>
          <p:nvPr/>
        </p:nvCxnSpPr>
        <p:spPr>
          <a:xfrm>
            <a:off x="8517022" y="3795049"/>
            <a:ext cx="1131046" cy="1701237"/>
          </a:xfrm>
          <a:prstGeom prst="straightConnector1">
            <a:avLst/>
          </a:prstGeom>
          <a:ln w="92075">
            <a:solidFill>
              <a:schemeClr val="accent3">
                <a:lumMod val="75000"/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76E9D44C-2B83-F6A1-CC99-D5246D8E5512}"/>
              </a:ext>
            </a:extLst>
          </p:cNvPr>
          <p:cNvCxnSpPr>
            <a:cxnSpLocks/>
          </p:cNvCxnSpPr>
          <p:nvPr/>
        </p:nvCxnSpPr>
        <p:spPr>
          <a:xfrm flipH="1" flipV="1">
            <a:off x="7866140" y="2820526"/>
            <a:ext cx="633711" cy="962948"/>
          </a:xfrm>
          <a:prstGeom prst="straightConnector1">
            <a:avLst/>
          </a:prstGeom>
          <a:ln w="92075">
            <a:solidFill>
              <a:schemeClr val="accent4">
                <a:lumMod val="60000"/>
                <a:lumOff val="40000"/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D98FAB1D-72B2-2EE0-D555-5AFC6FEF3E71}"/>
              </a:ext>
            </a:extLst>
          </p:cNvPr>
          <p:cNvCxnSpPr>
            <a:cxnSpLocks/>
          </p:cNvCxnSpPr>
          <p:nvPr/>
        </p:nvCxnSpPr>
        <p:spPr>
          <a:xfrm flipV="1">
            <a:off x="8529360" y="3178698"/>
            <a:ext cx="915365" cy="604776"/>
          </a:xfrm>
          <a:prstGeom prst="straightConnector1">
            <a:avLst/>
          </a:prstGeom>
          <a:ln w="92075">
            <a:solidFill>
              <a:srgbClr val="78206E">
                <a:alpha val="39535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Ellipse 57">
            <a:extLst>
              <a:ext uri="{FF2B5EF4-FFF2-40B4-BE49-F238E27FC236}">
                <a16:creationId xmlns:a16="http://schemas.microsoft.com/office/drawing/2014/main" id="{C3E64D6F-86ED-C87E-F0A4-905077763EB5}"/>
              </a:ext>
            </a:extLst>
          </p:cNvPr>
          <p:cNvSpPr/>
          <p:nvPr/>
        </p:nvSpPr>
        <p:spPr>
          <a:xfrm>
            <a:off x="8412850" y="3679302"/>
            <a:ext cx="208344" cy="208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4368D5BD-0B37-338A-2230-D27CE7D2C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948" y="3320887"/>
            <a:ext cx="946957" cy="449565"/>
          </a:xfrm>
          <a:prstGeom prst="rect">
            <a:avLst/>
          </a:prstGeom>
        </p:spPr>
      </p:pic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E4846FD6-C5B2-3A14-7356-D48E9E7C4979}"/>
              </a:ext>
            </a:extLst>
          </p:cNvPr>
          <p:cNvCxnSpPr>
            <a:cxnSpLocks/>
          </p:cNvCxnSpPr>
          <p:nvPr/>
        </p:nvCxnSpPr>
        <p:spPr>
          <a:xfrm flipH="1" flipV="1">
            <a:off x="7423486" y="1915583"/>
            <a:ext cx="1136874" cy="1752144"/>
          </a:xfrm>
          <a:prstGeom prst="straightConnector1">
            <a:avLst/>
          </a:prstGeom>
          <a:ln w="920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Image 64">
            <a:extLst>
              <a:ext uri="{FF2B5EF4-FFF2-40B4-BE49-F238E27FC236}">
                <a16:creationId xmlns:a16="http://schemas.microsoft.com/office/drawing/2014/main" id="{058A5696-614D-4903-4837-A3BDC838A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3486" y="1471062"/>
            <a:ext cx="1610003" cy="381753"/>
          </a:xfrm>
          <a:prstGeom prst="rect">
            <a:avLst/>
          </a:prstGeom>
        </p:spPr>
      </p:pic>
      <p:sp>
        <p:nvSpPr>
          <p:cNvPr id="68" name="Flèche vers la droite 67">
            <a:extLst>
              <a:ext uri="{FF2B5EF4-FFF2-40B4-BE49-F238E27FC236}">
                <a16:creationId xmlns:a16="http://schemas.microsoft.com/office/drawing/2014/main" id="{BAEA53B3-04CF-A1F7-F3C1-B4F084442918}"/>
              </a:ext>
            </a:extLst>
          </p:cNvPr>
          <p:cNvSpPr/>
          <p:nvPr/>
        </p:nvSpPr>
        <p:spPr>
          <a:xfrm>
            <a:off x="9236882" y="289367"/>
            <a:ext cx="1157468" cy="39353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4DE7E412-EC36-DE9C-8BC5-31E54577FC9A}"/>
              </a:ext>
            </a:extLst>
          </p:cNvPr>
          <p:cNvCxnSpPr/>
          <p:nvPr/>
        </p:nvCxnSpPr>
        <p:spPr>
          <a:xfrm>
            <a:off x="9933877" y="81023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ZoneTexte 69">
            <a:extLst>
              <a:ext uri="{FF2B5EF4-FFF2-40B4-BE49-F238E27FC236}">
                <a16:creationId xmlns:a16="http://schemas.microsoft.com/office/drawing/2014/main" id="{869D5C89-1E74-044F-FD0C-64FE90778949}"/>
              </a:ext>
            </a:extLst>
          </p:cNvPr>
          <p:cNvSpPr txBox="1"/>
          <p:nvPr/>
        </p:nvSpPr>
        <p:spPr>
          <a:xfrm>
            <a:off x="9951236" y="1740544"/>
            <a:ext cx="1706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Bas </a:t>
            </a:r>
            <a:r>
              <a:rPr lang="fr-FR" dirty="0" err="1"/>
              <a:t>géopotentiels</a:t>
            </a:r>
            <a:endParaRPr lang="fr-FR" dirty="0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ACA606C0-4395-89C6-0573-2630C376013E}"/>
              </a:ext>
            </a:extLst>
          </p:cNvPr>
          <p:cNvSpPr txBox="1"/>
          <p:nvPr/>
        </p:nvSpPr>
        <p:spPr>
          <a:xfrm>
            <a:off x="10213523" y="4645667"/>
            <a:ext cx="20139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dirty="0"/>
              <a:t>Hauts </a:t>
            </a:r>
            <a:r>
              <a:rPr lang="fr-FR" dirty="0" err="1"/>
              <a:t>géopotentiels</a:t>
            </a:r>
            <a:endParaRPr lang="fr-FR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F20CE97B-73B3-1C30-A5DB-E8E38ABBEA23}"/>
              </a:ext>
            </a:extLst>
          </p:cNvPr>
          <p:cNvSpPr txBox="1"/>
          <p:nvPr/>
        </p:nvSpPr>
        <p:spPr>
          <a:xfrm>
            <a:off x="4630423" y="6454474"/>
            <a:ext cx="2440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13501B"/>
                </a:solidFill>
              </a:rPr>
              <a:t>(hémisphère nord)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836FDF90-29C1-7024-C1EC-268CDFC7AD68}"/>
              </a:ext>
            </a:extLst>
          </p:cNvPr>
          <p:cNvSpPr/>
          <p:nvPr/>
        </p:nvSpPr>
        <p:spPr>
          <a:xfrm>
            <a:off x="360703" y="81023"/>
            <a:ext cx="548114" cy="5481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4C9C81D6-57E5-2B7D-A775-7A3DA1D490FB}"/>
              </a:ext>
            </a:extLst>
          </p:cNvPr>
          <p:cNvSpPr/>
          <p:nvPr/>
        </p:nvSpPr>
        <p:spPr>
          <a:xfrm>
            <a:off x="2452078" y="81023"/>
            <a:ext cx="548114" cy="5481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658682C4-E48F-A219-1E8B-917BD5647134}"/>
              </a:ext>
            </a:extLst>
          </p:cNvPr>
          <p:cNvSpPr/>
          <p:nvPr/>
        </p:nvSpPr>
        <p:spPr>
          <a:xfrm>
            <a:off x="5446962" y="81023"/>
            <a:ext cx="548114" cy="5481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6E148371-88B0-397D-DEE7-72976C7F1E3E}"/>
              </a:ext>
            </a:extLst>
          </p:cNvPr>
          <p:cNvSpPr/>
          <p:nvPr/>
        </p:nvSpPr>
        <p:spPr>
          <a:xfrm>
            <a:off x="8370575" y="81023"/>
            <a:ext cx="548114" cy="5481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1DEAD919-1FCA-1C12-D102-AC126873A358}"/>
              </a:ext>
            </a:extLst>
          </p:cNvPr>
          <p:cNvSpPr/>
          <p:nvPr/>
        </p:nvSpPr>
        <p:spPr>
          <a:xfrm>
            <a:off x="10946463" y="81023"/>
            <a:ext cx="548114" cy="54811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869C9B46-E02D-04EE-DAF2-B90CD1A02AA5}"/>
              </a:ext>
            </a:extLst>
          </p:cNvPr>
          <p:cNvSpPr/>
          <p:nvPr/>
        </p:nvSpPr>
        <p:spPr>
          <a:xfrm>
            <a:off x="10639067" y="3679302"/>
            <a:ext cx="208344" cy="20834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Forme libre 79">
            <a:extLst>
              <a:ext uri="{FF2B5EF4-FFF2-40B4-BE49-F238E27FC236}">
                <a16:creationId xmlns:a16="http://schemas.microsoft.com/office/drawing/2014/main" id="{67B4B6B7-2B37-2D37-A929-C66D4FF84825}"/>
              </a:ext>
            </a:extLst>
          </p:cNvPr>
          <p:cNvSpPr/>
          <p:nvPr/>
        </p:nvSpPr>
        <p:spPr>
          <a:xfrm>
            <a:off x="9977377" y="2152891"/>
            <a:ext cx="1817226" cy="1157468"/>
          </a:xfrm>
          <a:custGeom>
            <a:avLst/>
            <a:gdLst>
              <a:gd name="csX0" fmla="*/ 0 w 1817226"/>
              <a:gd name="csY0" fmla="*/ 1157468 h 1157468"/>
              <a:gd name="csX1" fmla="*/ 868101 w 1817226"/>
              <a:gd name="csY1" fmla="*/ 451413 h 1157468"/>
              <a:gd name="csX2" fmla="*/ 1817226 w 1817226"/>
              <a:gd name="csY2" fmla="*/ 0 h 1157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17226" h="1157468">
                <a:moveTo>
                  <a:pt x="0" y="1157468"/>
                </a:moveTo>
                <a:cubicBezTo>
                  <a:pt x="282615" y="900896"/>
                  <a:pt x="565230" y="644324"/>
                  <a:pt x="868101" y="451413"/>
                </a:cubicBezTo>
                <a:cubicBezTo>
                  <a:pt x="1170972" y="258502"/>
                  <a:pt x="1494099" y="129251"/>
                  <a:pt x="181722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Forme libre 80">
            <a:extLst>
              <a:ext uri="{FF2B5EF4-FFF2-40B4-BE49-F238E27FC236}">
                <a16:creationId xmlns:a16="http://schemas.microsoft.com/office/drawing/2014/main" id="{5EFADD8C-5658-C78C-C3BF-75D2A34B8F90}"/>
              </a:ext>
            </a:extLst>
          </p:cNvPr>
          <p:cNvSpPr/>
          <p:nvPr/>
        </p:nvSpPr>
        <p:spPr>
          <a:xfrm>
            <a:off x="10165555" y="2574605"/>
            <a:ext cx="1817226" cy="1157468"/>
          </a:xfrm>
          <a:custGeom>
            <a:avLst/>
            <a:gdLst>
              <a:gd name="csX0" fmla="*/ 0 w 1817226"/>
              <a:gd name="csY0" fmla="*/ 1157468 h 1157468"/>
              <a:gd name="csX1" fmla="*/ 868101 w 1817226"/>
              <a:gd name="csY1" fmla="*/ 451413 h 1157468"/>
              <a:gd name="csX2" fmla="*/ 1817226 w 1817226"/>
              <a:gd name="csY2" fmla="*/ 0 h 1157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17226" h="1157468">
                <a:moveTo>
                  <a:pt x="0" y="1157468"/>
                </a:moveTo>
                <a:cubicBezTo>
                  <a:pt x="282615" y="900896"/>
                  <a:pt x="565230" y="644324"/>
                  <a:pt x="868101" y="451413"/>
                </a:cubicBezTo>
                <a:cubicBezTo>
                  <a:pt x="1170972" y="258502"/>
                  <a:pt x="1494099" y="129251"/>
                  <a:pt x="181722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Forme libre 81">
            <a:extLst>
              <a:ext uri="{FF2B5EF4-FFF2-40B4-BE49-F238E27FC236}">
                <a16:creationId xmlns:a16="http://schemas.microsoft.com/office/drawing/2014/main" id="{0D1D932D-1E6F-B31D-E0E9-AC11B1D5C544}"/>
              </a:ext>
            </a:extLst>
          </p:cNvPr>
          <p:cNvSpPr/>
          <p:nvPr/>
        </p:nvSpPr>
        <p:spPr>
          <a:xfrm>
            <a:off x="10175725" y="3079507"/>
            <a:ext cx="1817226" cy="1157468"/>
          </a:xfrm>
          <a:custGeom>
            <a:avLst/>
            <a:gdLst>
              <a:gd name="csX0" fmla="*/ 0 w 1817226"/>
              <a:gd name="csY0" fmla="*/ 1157468 h 1157468"/>
              <a:gd name="csX1" fmla="*/ 868101 w 1817226"/>
              <a:gd name="csY1" fmla="*/ 451413 h 1157468"/>
              <a:gd name="csX2" fmla="*/ 1817226 w 1817226"/>
              <a:gd name="csY2" fmla="*/ 0 h 1157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17226" h="1157468">
                <a:moveTo>
                  <a:pt x="0" y="1157468"/>
                </a:moveTo>
                <a:cubicBezTo>
                  <a:pt x="282615" y="900896"/>
                  <a:pt x="565230" y="644324"/>
                  <a:pt x="868101" y="451413"/>
                </a:cubicBezTo>
                <a:cubicBezTo>
                  <a:pt x="1170972" y="258502"/>
                  <a:pt x="1494099" y="129251"/>
                  <a:pt x="181722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Forme libre 82">
            <a:extLst>
              <a:ext uri="{FF2B5EF4-FFF2-40B4-BE49-F238E27FC236}">
                <a16:creationId xmlns:a16="http://schemas.microsoft.com/office/drawing/2014/main" id="{B7AA1A00-197F-6F56-E4ED-8CF2AD6013B2}"/>
              </a:ext>
            </a:extLst>
          </p:cNvPr>
          <p:cNvSpPr/>
          <p:nvPr/>
        </p:nvSpPr>
        <p:spPr>
          <a:xfrm>
            <a:off x="10175725" y="3687982"/>
            <a:ext cx="1817226" cy="1157468"/>
          </a:xfrm>
          <a:custGeom>
            <a:avLst/>
            <a:gdLst>
              <a:gd name="csX0" fmla="*/ 0 w 1817226"/>
              <a:gd name="csY0" fmla="*/ 1157468 h 1157468"/>
              <a:gd name="csX1" fmla="*/ 868101 w 1817226"/>
              <a:gd name="csY1" fmla="*/ 451413 h 1157468"/>
              <a:gd name="csX2" fmla="*/ 1817226 w 1817226"/>
              <a:gd name="csY2" fmla="*/ 0 h 1157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17226" h="1157468">
                <a:moveTo>
                  <a:pt x="0" y="1157468"/>
                </a:moveTo>
                <a:cubicBezTo>
                  <a:pt x="282615" y="900896"/>
                  <a:pt x="565230" y="644324"/>
                  <a:pt x="868101" y="451413"/>
                </a:cubicBezTo>
                <a:cubicBezTo>
                  <a:pt x="1170972" y="258502"/>
                  <a:pt x="1494099" y="129251"/>
                  <a:pt x="181722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Forme libre 83">
            <a:extLst>
              <a:ext uri="{FF2B5EF4-FFF2-40B4-BE49-F238E27FC236}">
                <a16:creationId xmlns:a16="http://schemas.microsoft.com/office/drawing/2014/main" id="{F1F29918-9C3D-4A62-210A-E719596EDD09}"/>
              </a:ext>
            </a:extLst>
          </p:cNvPr>
          <p:cNvSpPr/>
          <p:nvPr/>
        </p:nvSpPr>
        <p:spPr>
          <a:xfrm>
            <a:off x="10257022" y="4178621"/>
            <a:ext cx="1817226" cy="1157468"/>
          </a:xfrm>
          <a:custGeom>
            <a:avLst/>
            <a:gdLst>
              <a:gd name="csX0" fmla="*/ 0 w 1817226"/>
              <a:gd name="csY0" fmla="*/ 1157468 h 1157468"/>
              <a:gd name="csX1" fmla="*/ 868101 w 1817226"/>
              <a:gd name="csY1" fmla="*/ 451413 h 1157468"/>
              <a:gd name="csX2" fmla="*/ 1817226 w 1817226"/>
              <a:gd name="csY2" fmla="*/ 0 h 1157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817226" h="1157468">
                <a:moveTo>
                  <a:pt x="0" y="1157468"/>
                </a:moveTo>
                <a:cubicBezTo>
                  <a:pt x="282615" y="900896"/>
                  <a:pt x="565230" y="644324"/>
                  <a:pt x="868101" y="451413"/>
                </a:cubicBezTo>
                <a:cubicBezTo>
                  <a:pt x="1170972" y="258502"/>
                  <a:pt x="1494099" y="129251"/>
                  <a:pt x="1817226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711166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</Words>
  <Application>Microsoft Macintosh PowerPoint</Application>
  <PresentationFormat>Grand écran</PresentationFormat>
  <Paragraphs>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Massonnet</dc:creator>
  <cp:lastModifiedBy>François Massonnet</cp:lastModifiedBy>
  <cp:revision>3</cp:revision>
  <dcterms:created xsi:type="dcterms:W3CDTF">2026-03-09T19:30:19Z</dcterms:created>
  <dcterms:modified xsi:type="dcterms:W3CDTF">2026-03-09T20:16:44Z</dcterms:modified>
</cp:coreProperties>
</file>
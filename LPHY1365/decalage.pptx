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D159"/>
    <a:srgbClr val="78206E"/>
    <a:srgbClr val="000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2"/>
    <p:restoredTop sz="84678"/>
  </p:normalViewPr>
  <p:slideViewPr>
    <p:cSldViewPr snapToGrid="0">
      <p:cViewPr>
        <p:scale>
          <a:sx n="93" d="100"/>
          <a:sy n="93" d="100"/>
        </p:scale>
        <p:origin x="8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2DE3D-A737-C04E-B8A0-8A9BEC4B51C3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F822E-0C06-0040-8117-7DD4E3CD9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71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R_a</a:t>
            </a:r>
            <a:r>
              <a:rPr lang="fr-FR" dirty="0"/>
              <a:t>  * </a:t>
            </a:r>
            <a:r>
              <a:rPr lang="fr-FR" dirty="0" err="1"/>
              <a:t>T_vm</a:t>
            </a:r>
            <a:r>
              <a:rPr lang="fr-FR" dirty="0"/>
              <a:t> * ln(p1/p2)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F822E-0C06-0040-8117-7DD4E3CD990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004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D4112D-2DB5-A763-34B8-7252121CD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4F8250-4866-5235-2D17-4AFC42A24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055866-1EE0-B413-DE73-C2BA8713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CEB689-36B7-184D-C9A5-DE8D0F04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AD6DA1-4A6B-E3E7-D2DF-684E1D32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00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FA5ED-286D-A5A8-E060-F873A037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87C977-E725-00E0-0F54-816E741A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B76D29-3E94-DED2-A831-3CC0F0C2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666D9C-0D6B-F063-7B71-D73CF7CE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8546C0-6F54-1453-6008-F1D1BB49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37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750FD-0974-EC86-3A89-9214280E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00678F-6AC9-AA5D-8AA7-6BEB89971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91EA50-D2EF-612C-1C10-0150DFC7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1A16FB-7484-2C20-3358-5B164865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64E44A-CBB1-BC21-D98A-1FF6C12B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0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EEAB6E-8AD9-BD25-188C-8FB5674A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0278F-16A2-B5F0-3414-AC56CC434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0EF583-D2AC-03A7-FE4A-E0804F1BE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A3839C-9B57-696A-F796-11B073C5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AFB705-B370-B9EC-319E-2BFD518E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C0B8B0-FDC3-0D6B-0FD9-D538DE1D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95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5206B-8095-5C79-890A-734872AE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97027C-84F6-2E80-F060-DCFD3E228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572650-3E9E-12C9-B5B0-D1DF813B7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AE0373-A34A-1D39-8961-9F5739553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732C7A-2040-8853-5750-F7F6458E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4CD818E-EF3B-BA48-6B60-5E415A86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04B2A4D-D33B-FD13-EB7E-68BE61F7E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C648FE-6D61-C391-69B4-B2A421A7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84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314B12-7F6A-B83F-C4FE-4BD756B5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2733CB-033A-AF22-FE37-1CB2FE4C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89F191-1024-13AB-E6B3-37113A84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3A37121-19CA-C02B-C35E-B66FA04E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91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369CB0-5486-4C23-28A6-70E7EF0F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91C169C-9A0D-C0D5-A234-2B56DAD8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6BAF89-F98C-0EC8-1094-302F39CED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84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B8AB8-C713-8D83-C848-5C39F207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14F047-6A5A-2B40-EC4F-659B76E25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2E88A4-C971-C190-DD47-B3EDAC9D5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CF5830-FE54-02EF-472F-620E5733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2ED6B9-F95A-28BD-5B9F-B9FF9F16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4B371D-BF91-71FC-08CF-4AE4DFE4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34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3CD12-5A86-90B0-7C1F-7F05ED3D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76810F-839C-D289-452E-DEB6EBAB5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128573-0054-C226-23DD-FF967B973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4DA58F-E0BD-D407-48AC-BE2C8D30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9AA3A9-16C1-2F33-5598-9C06CAC1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2561EC-535F-F520-29CF-C1909722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88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95E17F-8722-9601-C46D-BE984236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E3150C-A930-F32B-C3D8-4F3C11A0B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7BC840-88E8-B417-8A32-3E1218A8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F3CA14-6F67-9F5C-AECB-66AE1CAA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5367C9-59CB-E064-B95B-2BE44929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43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5E54976-0F7D-D8EC-32E5-6AB878FAA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1DAFEB-3F23-527A-4E55-82DD35F34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26ECDE-667B-31C6-F649-613FB49A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7B86BD-443F-60D2-86EA-09A4E3C3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65C9F8-11AD-3DFA-6B2C-63F876D4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2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567170-C38A-F2F8-3C6D-FD40AC12D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D2CCDC-AC4A-3BEA-58A2-63AD46AD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C920A8-704C-CD36-3AA8-80E8949E2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5FB68-F8AA-904D-8ADA-6BA591A83098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114129-DA98-6233-00B7-AA85DDAAE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634447-CE44-135D-72D8-A21D4F40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BDE1C-BCBA-8A4C-8876-ADD168C0F9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14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3B5253A-03C6-44EC-76ED-6A585A0B5AFD}"/>
              </a:ext>
            </a:extLst>
          </p:cNvPr>
          <p:cNvSpPr/>
          <p:nvPr/>
        </p:nvSpPr>
        <p:spPr>
          <a:xfrm>
            <a:off x="5799804" y="3132805"/>
            <a:ext cx="592390" cy="592388"/>
          </a:xfrm>
          <a:prstGeom prst="ellipse">
            <a:avLst/>
          </a:prstGeom>
          <a:solidFill>
            <a:srgbClr val="000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L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B0AD532-A4F6-91EF-FE2D-6BA2190BB813}"/>
              </a:ext>
            </a:extLst>
          </p:cNvPr>
          <p:cNvSpPr/>
          <p:nvPr/>
        </p:nvSpPr>
        <p:spPr>
          <a:xfrm>
            <a:off x="3989407" y="1322407"/>
            <a:ext cx="4213185" cy="4213185"/>
          </a:xfrm>
          <a:prstGeom prst="ellipse">
            <a:avLst/>
          </a:prstGeom>
          <a:noFill/>
          <a:ln w="34925">
            <a:solidFill>
              <a:srgbClr val="000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4005518-87C9-AC05-54EA-7D264A4B5688}"/>
              </a:ext>
            </a:extLst>
          </p:cNvPr>
          <p:cNvSpPr txBox="1"/>
          <p:nvPr/>
        </p:nvSpPr>
        <p:spPr>
          <a:xfrm>
            <a:off x="5534889" y="1088297"/>
            <a:ext cx="11499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0EFF"/>
                </a:solidFill>
              </a:rPr>
              <a:t>1000 hPa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E8D7B9D6-CCE1-27FA-44C8-F77CC7D8C764}"/>
              </a:ext>
            </a:extLst>
          </p:cNvPr>
          <p:cNvSpPr/>
          <p:nvPr/>
        </p:nvSpPr>
        <p:spPr>
          <a:xfrm>
            <a:off x="775855" y="418534"/>
            <a:ext cx="10889672" cy="2014277"/>
          </a:xfrm>
          <a:custGeom>
            <a:avLst/>
            <a:gdLst>
              <a:gd name="csX0" fmla="*/ 0 w 10889672"/>
              <a:gd name="csY0" fmla="*/ 193964 h 2014277"/>
              <a:gd name="csX1" fmla="*/ 3380509 w 10889672"/>
              <a:gd name="csY1" fmla="*/ 1801091 h 2014277"/>
              <a:gd name="csX2" fmla="*/ 7176654 w 10889672"/>
              <a:gd name="csY2" fmla="*/ 1801091 h 2014277"/>
              <a:gd name="csX3" fmla="*/ 10889672 w 10889672"/>
              <a:gd name="csY3" fmla="*/ 0 h 2014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889672" h="2014277">
                <a:moveTo>
                  <a:pt x="0" y="193964"/>
                </a:moveTo>
                <a:cubicBezTo>
                  <a:pt x="1092200" y="863600"/>
                  <a:pt x="2184400" y="1533236"/>
                  <a:pt x="3380509" y="1801091"/>
                </a:cubicBezTo>
                <a:cubicBezTo>
                  <a:pt x="4576618" y="2068946"/>
                  <a:pt x="5925127" y="2101273"/>
                  <a:pt x="7176654" y="1801091"/>
                </a:cubicBezTo>
                <a:cubicBezTo>
                  <a:pt x="8428181" y="1500909"/>
                  <a:pt x="9658926" y="750454"/>
                  <a:pt x="10889672" y="0"/>
                </a:cubicBezTo>
              </a:path>
            </a:pathLst>
          </a:custGeom>
          <a:noFill/>
          <a:ln w="476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6D4ACC9C-21C8-9EA4-F78F-3B2340258298}"/>
              </a:ext>
            </a:extLst>
          </p:cNvPr>
          <p:cNvSpPr/>
          <p:nvPr/>
        </p:nvSpPr>
        <p:spPr>
          <a:xfrm>
            <a:off x="775855" y="2190689"/>
            <a:ext cx="10889672" cy="2014277"/>
          </a:xfrm>
          <a:custGeom>
            <a:avLst/>
            <a:gdLst>
              <a:gd name="csX0" fmla="*/ 0 w 10889672"/>
              <a:gd name="csY0" fmla="*/ 193964 h 2014277"/>
              <a:gd name="csX1" fmla="*/ 3380509 w 10889672"/>
              <a:gd name="csY1" fmla="*/ 1801091 h 2014277"/>
              <a:gd name="csX2" fmla="*/ 7176654 w 10889672"/>
              <a:gd name="csY2" fmla="*/ 1801091 h 2014277"/>
              <a:gd name="csX3" fmla="*/ 10889672 w 10889672"/>
              <a:gd name="csY3" fmla="*/ 0 h 2014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889672" h="2014277">
                <a:moveTo>
                  <a:pt x="0" y="193964"/>
                </a:moveTo>
                <a:cubicBezTo>
                  <a:pt x="1092200" y="863600"/>
                  <a:pt x="2184400" y="1533236"/>
                  <a:pt x="3380509" y="1801091"/>
                </a:cubicBezTo>
                <a:cubicBezTo>
                  <a:pt x="4576618" y="2068946"/>
                  <a:pt x="5925127" y="2101273"/>
                  <a:pt x="7176654" y="1801091"/>
                </a:cubicBezTo>
                <a:cubicBezTo>
                  <a:pt x="8428181" y="1500909"/>
                  <a:pt x="9658926" y="750454"/>
                  <a:pt x="10889672" y="0"/>
                </a:cubicBezTo>
              </a:path>
            </a:pathLst>
          </a:custGeom>
          <a:noFill/>
          <a:ln w="476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E9645F8-D793-84E4-9375-84A25D6991D1}"/>
              </a:ext>
            </a:extLst>
          </p:cNvPr>
          <p:cNvSpPr/>
          <p:nvPr/>
        </p:nvSpPr>
        <p:spPr>
          <a:xfrm>
            <a:off x="775855" y="3229784"/>
            <a:ext cx="10889672" cy="2014277"/>
          </a:xfrm>
          <a:custGeom>
            <a:avLst/>
            <a:gdLst>
              <a:gd name="csX0" fmla="*/ 0 w 10889672"/>
              <a:gd name="csY0" fmla="*/ 193964 h 2014277"/>
              <a:gd name="csX1" fmla="*/ 3380509 w 10889672"/>
              <a:gd name="csY1" fmla="*/ 1801091 h 2014277"/>
              <a:gd name="csX2" fmla="*/ 7176654 w 10889672"/>
              <a:gd name="csY2" fmla="*/ 1801091 h 2014277"/>
              <a:gd name="csX3" fmla="*/ 10889672 w 10889672"/>
              <a:gd name="csY3" fmla="*/ 0 h 2014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889672" h="2014277">
                <a:moveTo>
                  <a:pt x="0" y="193964"/>
                </a:moveTo>
                <a:cubicBezTo>
                  <a:pt x="1092200" y="863600"/>
                  <a:pt x="2184400" y="1533236"/>
                  <a:pt x="3380509" y="1801091"/>
                </a:cubicBezTo>
                <a:cubicBezTo>
                  <a:pt x="4576618" y="2068946"/>
                  <a:pt x="5925127" y="2101273"/>
                  <a:pt x="7176654" y="1801091"/>
                </a:cubicBezTo>
                <a:cubicBezTo>
                  <a:pt x="8428181" y="1500909"/>
                  <a:pt x="9658926" y="750454"/>
                  <a:pt x="10889672" y="0"/>
                </a:cubicBezTo>
              </a:path>
            </a:pathLst>
          </a:cu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FB21B73-7B93-DC88-7A0D-E6DB3098657A}"/>
              </a:ext>
            </a:extLst>
          </p:cNvPr>
          <p:cNvSpPr txBox="1"/>
          <p:nvPr/>
        </p:nvSpPr>
        <p:spPr>
          <a:xfrm rot="19800000">
            <a:off x="8793314" y="1607790"/>
            <a:ext cx="6269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5 °C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0E6DB04-A2F5-D7AD-49FE-0E953E92C896}"/>
              </a:ext>
            </a:extLst>
          </p:cNvPr>
          <p:cNvSpPr txBox="1"/>
          <p:nvPr/>
        </p:nvSpPr>
        <p:spPr>
          <a:xfrm rot="19800000">
            <a:off x="9218908" y="3149079"/>
            <a:ext cx="8035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 °C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091731-2072-1AB6-A967-DCE066888DF7}"/>
              </a:ext>
            </a:extLst>
          </p:cNvPr>
          <p:cNvSpPr txBox="1"/>
          <p:nvPr/>
        </p:nvSpPr>
        <p:spPr>
          <a:xfrm rot="19800000">
            <a:off x="9497046" y="4003712"/>
            <a:ext cx="8267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20 °C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868B71E-EC67-B844-2C8E-9A0AE7E41E4E}"/>
              </a:ext>
            </a:extLst>
          </p:cNvPr>
          <p:cNvCxnSpPr>
            <a:cxnSpLocks/>
          </p:cNvCxnSpPr>
          <p:nvPr/>
        </p:nvCxnSpPr>
        <p:spPr>
          <a:xfrm flipV="1">
            <a:off x="7890884" y="1953755"/>
            <a:ext cx="852097" cy="279259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4DC1874A-EBDD-20C7-B5AA-90DB833655A6}"/>
              </a:ext>
            </a:extLst>
          </p:cNvPr>
          <p:cNvCxnSpPr>
            <a:cxnSpLocks/>
          </p:cNvCxnSpPr>
          <p:nvPr/>
        </p:nvCxnSpPr>
        <p:spPr>
          <a:xfrm flipV="1">
            <a:off x="8125605" y="3655836"/>
            <a:ext cx="852097" cy="279259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954B0CD-FA38-94AD-54C8-C0E5E0AD604D}"/>
              </a:ext>
            </a:extLst>
          </p:cNvPr>
          <p:cNvCxnSpPr>
            <a:cxnSpLocks/>
          </p:cNvCxnSpPr>
          <p:nvPr/>
        </p:nvCxnSpPr>
        <p:spPr>
          <a:xfrm flipV="1">
            <a:off x="7341267" y="4938642"/>
            <a:ext cx="1064027" cy="215346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5FBE5A6-F58F-8445-A387-0AF61647B1B6}"/>
              </a:ext>
            </a:extLst>
          </p:cNvPr>
          <p:cNvCxnSpPr>
            <a:cxnSpLocks/>
          </p:cNvCxnSpPr>
          <p:nvPr/>
        </p:nvCxnSpPr>
        <p:spPr>
          <a:xfrm>
            <a:off x="4850734" y="5138206"/>
            <a:ext cx="1259118" cy="105855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86FF123A-BD5D-CAB5-8876-B89CD0D3A938}"/>
              </a:ext>
            </a:extLst>
          </p:cNvPr>
          <p:cNvCxnSpPr>
            <a:cxnSpLocks/>
          </p:cNvCxnSpPr>
          <p:nvPr/>
        </p:nvCxnSpPr>
        <p:spPr>
          <a:xfrm>
            <a:off x="4033111" y="3950861"/>
            <a:ext cx="1163898" cy="196665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EF550F7-1EAC-E0EE-1A10-AECC68C9FCA5}"/>
              </a:ext>
            </a:extLst>
          </p:cNvPr>
          <p:cNvCxnSpPr>
            <a:cxnSpLocks/>
          </p:cNvCxnSpPr>
          <p:nvPr/>
        </p:nvCxnSpPr>
        <p:spPr>
          <a:xfrm>
            <a:off x="4348421" y="2261987"/>
            <a:ext cx="1131872" cy="127053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9D104A69-0644-0273-1DF5-8DB69F0DC80A}"/>
              </a:ext>
            </a:extLst>
          </p:cNvPr>
          <p:cNvCxnSpPr>
            <a:cxnSpLocks/>
          </p:cNvCxnSpPr>
          <p:nvPr/>
        </p:nvCxnSpPr>
        <p:spPr>
          <a:xfrm>
            <a:off x="4301117" y="2215617"/>
            <a:ext cx="0" cy="1002184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7BD642EF-2473-6815-5D6B-08328734374F}"/>
              </a:ext>
            </a:extLst>
          </p:cNvPr>
          <p:cNvCxnSpPr>
            <a:cxnSpLocks/>
          </p:cNvCxnSpPr>
          <p:nvPr/>
        </p:nvCxnSpPr>
        <p:spPr>
          <a:xfrm>
            <a:off x="4033111" y="3935095"/>
            <a:ext cx="575485" cy="624105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FCCA4892-FA35-50F7-3B97-1F83CC2460E8}"/>
              </a:ext>
            </a:extLst>
          </p:cNvPr>
          <p:cNvCxnSpPr>
            <a:cxnSpLocks/>
          </p:cNvCxnSpPr>
          <p:nvPr/>
        </p:nvCxnSpPr>
        <p:spPr>
          <a:xfrm flipV="1">
            <a:off x="4889914" y="4938642"/>
            <a:ext cx="950491" cy="199564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F5594D15-2663-7F27-C7F9-4F240CB517B9}"/>
              </a:ext>
            </a:extLst>
          </p:cNvPr>
          <p:cNvCxnSpPr>
            <a:cxnSpLocks/>
          </p:cNvCxnSpPr>
          <p:nvPr/>
        </p:nvCxnSpPr>
        <p:spPr>
          <a:xfrm flipH="1" flipV="1">
            <a:off x="7922903" y="2859174"/>
            <a:ext cx="179247" cy="1091526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6E9682E-6176-90A0-AF70-047F9F7D28C6}"/>
              </a:ext>
            </a:extLst>
          </p:cNvPr>
          <p:cNvCxnSpPr>
            <a:cxnSpLocks/>
          </p:cNvCxnSpPr>
          <p:nvPr/>
        </p:nvCxnSpPr>
        <p:spPr>
          <a:xfrm flipV="1">
            <a:off x="7318108" y="4375779"/>
            <a:ext cx="292606" cy="762427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51A114B1-8C79-8B19-9B69-1E09D2977397}"/>
              </a:ext>
            </a:extLst>
          </p:cNvPr>
          <p:cNvCxnSpPr>
            <a:cxnSpLocks/>
          </p:cNvCxnSpPr>
          <p:nvPr/>
        </p:nvCxnSpPr>
        <p:spPr>
          <a:xfrm flipH="1" flipV="1">
            <a:off x="6913072" y="1766295"/>
            <a:ext cx="934159" cy="495692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5A690DA9-2D03-89FC-6C7C-E1B61E5A4A4C}"/>
              </a:ext>
            </a:extLst>
          </p:cNvPr>
          <p:cNvCxnSpPr>
            <a:cxnSpLocks/>
          </p:cNvCxnSpPr>
          <p:nvPr/>
        </p:nvCxnSpPr>
        <p:spPr>
          <a:xfrm>
            <a:off x="4316889" y="3178257"/>
            <a:ext cx="1131872" cy="127053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09A2851-63FD-4F9E-1CE0-A78FFB82071F}"/>
              </a:ext>
            </a:extLst>
          </p:cNvPr>
          <p:cNvCxnSpPr>
            <a:cxnSpLocks/>
          </p:cNvCxnSpPr>
          <p:nvPr/>
        </p:nvCxnSpPr>
        <p:spPr>
          <a:xfrm>
            <a:off x="5789543" y="4950291"/>
            <a:ext cx="1259118" cy="105855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84C47E5-6012-3981-8906-76D91A5429CD}"/>
              </a:ext>
            </a:extLst>
          </p:cNvPr>
          <p:cNvCxnSpPr>
            <a:cxnSpLocks/>
          </p:cNvCxnSpPr>
          <p:nvPr/>
        </p:nvCxnSpPr>
        <p:spPr>
          <a:xfrm flipV="1">
            <a:off x="7577753" y="4201310"/>
            <a:ext cx="1064027" cy="215346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68965883-C415-6A8D-95C9-EC06C964167D}"/>
              </a:ext>
            </a:extLst>
          </p:cNvPr>
          <p:cNvCxnSpPr>
            <a:cxnSpLocks/>
          </p:cNvCxnSpPr>
          <p:nvPr/>
        </p:nvCxnSpPr>
        <p:spPr>
          <a:xfrm flipV="1">
            <a:off x="7945411" y="2615280"/>
            <a:ext cx="852097" cy="279259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5FC854F8-48E9-50E5-07C9-806BCBB5163D}"/>
              </a:ext>
            </a:extLst>
          </p:cNvPr>
          <p:cNvCxnSpPr>
            <a:cxnSpLocks/>
          </p:cNvCxnSpPr>
          <p:nvPr/>
        </p:nvCxnSpPr>
        <p:spPr>
          <a:xfrm flipV="1">
            <a:off x="6902016" y="1465776"/>
            <a:ext cx="852097" cy="279259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CD09120B-C0B5-E73A-5FF8-A49D23F74C28}"/>
              </a:ext>
            </a:extLst>
          </p:cNvPr>
          <p:cNvCxnSpPr>
            <a:cxnSpLocks/>
          </p:cNvCxnSpPr>
          <p:nvPr/>
        </p:nvCxnSpPr>
        <p:spPr>
          <a:xfrm>
            <a:off x="4301117" y="2272103"/>
            <a:ext cx="1102146" cy="1044977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08E08B09-EA0D-F0E9-3801-37EB2C510F95}"/>
              </a:ext>
            </a:extLst>
          </p:cNvPr>
          <p:cNvCxnSpPr>
            <a:cxnSpLocks/>
          </p:cNvCxnSpPr>
          <p:nvPr/>
        </p:nvCxnSpPr>
        <p:spPr>
          <a:xfrm flipV="1">
            <a:off x="4897688" y="5088411"/>
            <a:ext cx="2123111" cy="35346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CC169A-3884-44A4-C364-2E8A351886A0}"/>
              </a:ext>
            </a:extLst>
          </p:cNvPr>
          <p:cNvCxnSpPr>
            <a:cxnSpLocks/>
          </p:cNvCxnSpPr>
          <p:nvPr/>
        </p:nvCxnSpPr>
        <p:spPr>
          <a:xfrm flipV="1">
            <a:off x="7309903" y="4223228"/>
            <a:ext cx="1241750" cy="900529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F54E4B67-626D-DED9-3854-9450185826FA}"/>
              </a:ext>
            </a:extLst>
          </p:cNvPr>
          <p:cNvCxnSpPr>
            <a:cxnSpLocks/>
          </p:cNvCxnSpPr>
          <p:nvPr/>
        </p:nvCxnSpPr>
        <p:spPr>
          <a:xfrm flipV="1">
            <a:off x="8098105" y="2631556"/>
            <a:ext cx="699403" cy="1279144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7244AA02-EA2A-9974-F2A2-23C51D439794}"/>
              </a:ext>
            </a:extLst>
          </p:cNvPr>
          <p:cNvCxnSpPr>
            <a:cxnSpLocks/>
          </p:cNvCxnSpPr>
          <p:nvPr/>
        </p:nvCxnSpPr>
        <p:spPr>
          <a:xfrm flipH="1" flipV="1">
            <a:off x="7675210" y="1425672"/>
            <a:ext cx="139689" cy="843473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BA035BE7-4825-15C6-2E12-864056B1C769}"/>
              </a:ext>
            </a:extLst>
          </p:cNvPr>
          <p:cNvCxnSpPr>
            <a:cxnSpLocks/>
          </p:cNvCxnSpPr>
          <p:nvPr/>
        </p:nvCxnSpPr>
        <p:spPr>
          <a:xfrm>
            <a:off x="4600695" y="4535202"/>
            <a:ext cx="1015777" cy="147959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2063D99C-C0EE-66A3-847F-70343920F62C}"/>
              </a:ext>
            </a:extLst>
          </p:cNvPr>
          <p:cNvCxnSpPr>
            <a:cxnSpLocks/>
          </p:cNvCxnSpPr>
          <p:nvPr/>
        </p:nvCxnSpPr>
        <p:spPr>
          <a:xfrm>
            <a:off x="4027844" y="3950700"/>
            <a:ext cx="1588628" cy="732461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ZoneTexte 77">
            <a:extLst>
              <a:ext uri="{FF2B5EF4-FFF2-40B4-BE49-F238E27FC236}">
                <a16:creationId xmlns:a16="http://schemas.microsoft.com/office/drawing/2014/main" id="{A078C7F9-A68C-353E-F7AF-69D73C1C6F10}"/>
              </a:ext>
            </a:extLst>
          </p:cNvPr>
          <p:cNvSpPr txBox="1"/>
          <p:nvPr/>
        </p:nvSpPr>
        <p:spPr>
          <a:xfrm>
            <a:off x="4088536" y="1813555"/>
            <a:ext cx="259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CA241C0C-4F9C-3C99-E42F-5C7BFB422701}"/>
              </a:ext>
            </a:extLst>
          </p:cNvPr>
          <p:cNvSpPr txBox="1"/>
          <p:nvPr/>
        </p:nvSpPr>
        <p:spPr>
          <a:xfrm>
            <a:off x="7774607" y="1813555"/>
            <a:ext cx="72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A’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AD41AC48-A2F0-F347-A72F-3C4318AEC35B}"/>
              </a:ext>
            </a:extLst>
          </p:cNvPr>
          <p:cNvSpPr txBox="1"/>
          <p:nvPr/>
        </p:nvSpPr>
        <p:spPr>
          <a:xfrm>
            <a:off x="4004389" y="3612889"/>
            <a:ext cx="72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6B2AD08C-89F8-A3B6-2F23-9D39CE13E4A2}"/>
              </a:ext>
            </a:extLst>
          </p:cNvPr>
          <p:cNvSpPr txBox="1"/>
          <p:nvPr/>
        </p:nvSpPr>
        <p:spPr>
          <a:xfrm>
            <a:off x="7707547" y="3612889"/>
            <a:ext cx="72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B’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665B959C-8FC4-AA1B-ACA0-B00066A177E7}"/>
              </a:ext>
            </a:extLst>
          </p:cNvPr>
          <p:cNvSpPr txBox="1"/>
          <p:nvPr/>
        </p:nvSpPr>
        <p:spPr>
          <a:xfrm>
            <a:off x="4648032" y="5236328"/>
            <a:ext cx="72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61576DEE-AAB0-0F28-7873-333D7F68818A}"/>
              </a:ext>
            </a:extLst>
          </p:cNvPr>
          <p:cNvSpPr txBox="1"/>
          <p:nvPr/>
        </p:nvSpPr>
        <p:spPr>
          <a:xfrm>
            <a:off x="7239566" y="5236328"/>
            <a:ext cx="72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C’</a:t>
            </a:r>
          </a:p>
        </p:txBody>
      </p:sp>
      <p:sp>
        <p:nvSpPr>
          <p:cNvPr id="85" name="Forme libre 84">
            <a:extLst>
              <a:ext uri="{FF2B5EF4-FFF2-40B4-BE49-F238E27FC236}">
                <a16:creationId xmlns:a16="http://schemas.microsoft.com/office/drawing/2014/main" id="{FB18546F-C7AC-2627-B3DB-0C71DFBBB4D2}"/>
              </a:ext>
            </a:extLst>
          </p:cNvPr>
          <p:cNvSpPr/>
          <p:nvPr/>
        </p:nvSpPr>
        <p:spPr>
          <a:xfrm>
            <a:off x="3326524" y="677917"/>
            <a:ext cx="4448083" cy="2989184"/>
          </a:xfrm>
          <a:custGeom>
            <a:avLst/>
            <a:gdLst>
              <a:gd name="csX0" fmla="*/ 0 w 4541521"/>
              <a:gd name="csY0" fmla="*/ 0 h 2989184"/>
              <a:gd name="csX1" fmla="*/ 977462 w 4541521"/>
              <a:gd name="csY1" fmla="*/ 1592317 h 2989184"/>
              <a:gd name="csX2" fmla="*/ 3484179 w 4541521"/>
              <a:gd name="csY2" fmla="*/ 2979683 h 2989184"/>
              <a:gd name="csX3" fmla="*/ 4493173 w 4541521"/>
              <a:gd name="csY3" fmla="*/ 2096814 h 2989184"/>
              <a:gd name="csX4" fmla="*/ 4288221 w 4541521"/>
              <a:gd name="csY4" fmla="*/ 110359 h 298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41521" h="2989184">
                <a:moveTo>
                  <a:pt x="0" y="0"/>
                </a:moveTo>
                <a:cubicBezTo>
                  <a:pt x="198383" y="547851"/>
                  <a:pt x="396766" y="1095703"/>
                  <a:pt x="977462" y="1592317"/>
                </a:cubicBezTo>
                <a:cubicBezTo>
                  <a:pt x="1558158" y="2088931"/>
                  <a:pt x="2898227" y="2895600"/>
                  <a:pt x="3484179" y="2979683"/>
                </a:cubicBezTo>
                <a:cubicBezTo>
                  <a:pt x="4070131" y="3063766"/>
                  <a:pt x="4359166" y="2575035"/>
                  <a:pt x="4493173" y="2096814"/>
                </a:cubicBezTo>
                <a:cubicBezTo>
                  <a:pt x="4627180" y="1618593"/>
                  <a:pt x="4457700" y="864476"/>
                  <a:pt x="4288221" y="110359"/>
                </a:cubicBezTo>
              </a:path>
            </a:pathLst>
          </a:custGeom>
          <a:noFill/>
          <a:ln w="412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Forme libre 85">
            <a:extLst>
              <a:ext uri="{FF2B5EF4-FFF2-40B4-BE49-F238E27FC236}">
                <a16:creationId xmlns:a16="http://schemas.microsoft.com/office/drawing/2014/main" id="{97DFD240-F244-7B43-0E6A-A1746EE15594}"/>
              </a:ext>
            </a:extLst>
          </p:cNvPr>
          <p:cNvSpPr/>
          <p:nvPr/>
        </p:nvSpPr>
        <p:spPr>
          <a:xfrm>
            <a:off x="2790497" y="2161175"/>
            <a:ext cx="6044561" cy="2648770"/>
          </a:xfrm>
          <a:custGeom>
            <a:avLst/>
            <a:gdLst>
              <a:gd name="csX0" fmla="*/ 0 w 4541521"/>
              <a:gd name="csY0" fmla="*/ 0 h 2989184"/>
              <a:gd name="csX1" fmla="*/ 977462 w 4541521"/>
              <a:gd name="csY1" fmla="*/ 1592317 h 2989184"/>
              <a:gd name="csX2" fmla="*/ 3484179 w 4541521"/>
              <a:gd name="csY2" fmla="*/ 2979683 h 2989184"/>
              <a:gd name="csX3" fmla="*/ 4493173 w 4541521"/>
              <a:gd name="csY3" fmla="*/ 2096814 h 2989184"/>
              <a:gd name="csX4" fmla="*/ 4288221 w 4541521"/>
              <a:gd name="csY4" fmla="*/ 110359 h 2989184"/>
              <a:gd name="csX0" fmla="*/ 0 w 4541521"/>
              <a:gd name="csY0" fmla="*/ 0 h 2997248"/>
              <a:gd name="csX1" fmla="*/ 768205 w 4541521"/>
              <a:gd name="csY1" fmla="*/ 1371599 h 2997248"/>
              <a:gd name="csX2" fmla="*/ 3484179 w 4541521"/>
              <a:gd name="csY2" fmla="*/ 2979683 h 2997248"/>
              <a:gd name="csX3" fmla="*/ 4493173 w 4541521"/>
              <a:gd name="csY3" fmla="*/ 2096814 h 2997248"/>
              <a:gd name="csX4" fmla="*/ 4288221 w 4541521"/>
              <a:gd name="csY4" fmla="*/ 110359 h 2997248"/>
              <a:gd name="csX0" fmla="*/ 0 w 4541521"/>
              <a:gd name="csY0" fmla="*/ 0 h 2997248"/>
              <a:gd name="csX1" fmla="*/ 768205 w 4541521"/>
              <a:gd name="csY1" fmla="*/ 1371599 h 2997248"/>
              <a:gd name="csX2" fmla="*/ 3484179 w 4541521"/>
              <a:gd name="csY2" fmla="*/ 2979683 h 2997248"/>
              <a:gd name="csX3" fmla="*/ 4493173 w 4541521"/>
              <a:gd name="csY3" fmla="*/ 2096814 h 2997248"/>
              <a:gd name="csX4" fmla="*/ 4288221 w 4541521"/>
              <a:gd name="csY4" fmla="*/ 110359 h 2997248"/>
              <a:gd name="csX0" fmla="*/ 0 w 5088809"/>
              <a:gd name="csY0" fmla="*/ 0 h 2886889"/>
              <a:gd name="csX1" fmla="*/ 1315493 w 5088809"/>
              <a:gd name="csY1" fmla="*/ 1261240 h 2886889"/>
              <a:gd name="csX2" fmla="*/ 4031467 w 5088809"/>
              <a:gd name="csY2" fmla="*/ 2869324 h 2886889"/>
              <a:gd name="csX3" fmla="*/ 5040461 w 5088809"/>
              <a:gd name="csY3" fmla="*/ 1986455 h 2886889"/>
              <a:gd name="csX4" fmla="*/ 4835509 w 5088809"/>
              <a:gd name="csY4" fmla="*/ 0 h 2886889"/>
              <a:gd name="csX0" fmla="*/ 0 w 5088809"/>
              <a:gd name="csY0" fmla="*/ 0 h 2886889"/>
              <a:gd name="csX1" fmla="*/ 1315493 w 5088809"/>
              <a:gd name="csY1" fmla="*/ 1261240 h 2886889"/>
              <a:gd name="csX2" fmla="*/ 4031467 w 5088809"/>
              <a:gd name="csY2" fmla="*/ 2869324 h 2886889"/>
              <a:gd name="csX3" fmla="*/ 5040461 w 5088809"/>
              <a:gd name="csY3" fmla="*/ 1986455 h 2886889"/>
              <a:gd name="csX4" fmla="*/ 4835509 w 5088809"/>
              <a:gd name="csY4" fmla="*/ 0 h 2886889"/>
              <a:gd name="csX0" fmla="*/ 0 w 5088809"/>
              <a:gd name="csY0" fmla="*/ 0 h 2269073"/>
              <a:gd name="csX1" fmla="*/ 1315493 w 5088809"/>
              <a:gd name="csY1" fmla="*/ 1261240 h 2269073"/>
              <a:gd name="csX2" fmla="*/ 3983177 w 5088809"/>
              <a:gd name="csY2" fmla="*/ 2096813 h 2269073"/>
              <a:gd name="csX3" fmla="*/ 5040461 w 5088809"/>
              <a:gd name="csY3" fmla="*/ 1986455 h 2269073"/>
              <a:gd name="csX4" fmla="*/ 4835509 w 5088809"/>
              <a:gd name="csY4" fmla="*/ 0 h 2269073"/>
              <a:gd name="csX0" fmla="*/ 0 w 5088809"/>
              <a:gd name="csY0" fmla="*/ 0 h 2258812"/>
              <a:gd name="csX1" fmla="*/ 1315493 w 5088809"/>
              <a:gd name="csY1" fmla="*/ 1261240 h 2258812"/>
              <a:gd name="csX2" fmla="*/ 3983177 w 5088809"/>
              <a:gd name="csY2" fmla="*/ 2096813 h 2258812"/>
              <a:gd name="csX3" fmla="*/ 5040461 w 5088809"/>
              <a:gd name="csY3" fmla="*/ 1986455 h 2258812"/>
              <a:gd name="csX4" fmla="*/ 4835509 w 5088809"/>
              <a:gd name="csY4" fmla="*/ 0 h 2258812"/>
              <a:gd name="csX0" fmla="*/ 0 w 5463031"/>
              <a:gd name="csY0" fmla="*/ 0 h 2096977"/>
              <a:gd name="csX1" fmla="*/ 1315493 w 5463031"/>
              <a:gd name="csY1" fmla="*/ 1261240 h 2096977"/>
              <a:gd name="csX2" fmla="*/ 3983177 w 5463031"/>
              <a:gd name="csY2" fmla="*/ 2096813 h 2096977"/>
              <a:gd name="csX3" fmla="*/ 5442879 w 5463031"/>
              <a:gd name="csY3" fmla="*/ 1198179 h 2096977"/>
              <a:gd name="csX4" fmla="*/ 4835509 w 5463031"/>
              <a:gd name="csY4" fmla="*/ 0 h 2096977"/>
              <a:gd name="csX0" fmla="*/ 0 w 5501197"/>
              <a:gd name="csY0" fmla="*/ 0 h 2096977"/>
              <a:gd name="csX1" fmla="*/ 1315493 w 5501197"/>
              <a:gd name="csY1" fmla="*/ 1261240 h 2096977"/>
              <a:gd name="csX2" fmla="*/ 3983177 w 5501197"/>
              <a:gd name="csY2" fmla="*/ 2096813 h 2096977"/>
              <a:gd name="csX3" fmla="*/ 5442879 w 5501197"/>
              <a:gd name="csY3" fmla="*/ 1198179 h 2096977"/>
              <a:gd name="csX4" fmla="*/ 4835509 w 5501197"/>
              <a:gd name="csY4" fmla="*/ 0 h 2096977"/>
              <a:gd name="csX0" fmla="*/ 0 w 6203912"/>
              <a:gd name="csY0" fmla="*/ 551793 h 2648770"/>
              <a:gd name="csX1" fmla="*/ 1315493 w 6203912"/>
              <a:gd name="csY1" fmla="*/ 1813033 h 2648770"/>
              <a:gd name="csX2" fmla="*/ 3983177 w 6203912"/>
              <a:gd name="csY2" fmla="*/ 2648606 h 2648770"/>
              <a:gd name="csX3" fmla="*/ 5442879 w 6203912"/>
              <a:gd name="csY3" fmla="*/ 1749972 h 2648770"/>
              <a:gd name="csX4" fmla="*/ 6171535 w 6203912"/>
              <a:gd name="csY4" fmla="*/ 0 h 2648770"/>
              <a:gd name="csX0" fmla="*/ 0 w 6171535"/>
              <a:gd name="csY0" fmla="*/ 551793 h 2648770"/>
              <a:gd name="csX1" fmla="*/ 1315493 w 6171535"/>
              <a:gd name="csY1" fmla="*/ 1813033 h 2648770"/>
              <a:gd name="csX2" fmla="*/ 3983177 w 6171535"/>
              <a:gd name="csY2" fmla="*/ 2648606 h 2648770"/>
              <a:gd name="csX3" fmla="*/ 5442879 w 6171535"/>
              <a:gd name="csY3" fmla="*/ 1749972 h 2648770"/>
              <a:gd name="csX4" fmla="*/ 6171535 w 6171535"/>
              <a:gd name="csY4" fmla="*/ 0 h 2648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71535" h="2648770">
                <a:moveTo>
                  <a:pt x="0" y="551793"/>
                </a:moveTo>
                <a:cubicBezTo>
                  <a:pt x="439833" y="1115410"/>
                  <a:pt x="651630" y="1463564"/>
                  <a:pt x="1315493" y="1813033"/>
                </a:cubicBezTo>
                <a:cubicBezTo>
                  <a:pt x="1979356" y="2162502"/>
                  <a:pt x="3295279" y="2659116"/>
                  <a:pt x="3983177" y="2648606"/>
                </a:cubicBezTo>
                <a:cubicBezTo>
                  <a:pt x="4671075" y="2638096"/>
                  <a:pt x="5078153" y="2191406"/>
                  <a:pt x="5442879" y="1749972"/>
                </a:cubicBezTo>
                <a:cubicBezTo>
                  <a:pt x="5807605" y="1308538"/>
                  <a:pt x="6131757" y="817179"/>
                  <a:pt x="6171535" y="0"/>
                </a:cubicBezTo>
              </a:path>
            </a:pathLst>
          </a:custGeom>
          <a:noFill/>
          <a:ln w="412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Forme libre 86">
            <a:extLst>
              <a:ext uri="{FF2B5EF4-FFF2-40B4-BE49-F238E27FC236}">
                <a16:creationId xmlns:a16="http://schemas.microsoft.com/office/drawing/2014/main" id="{6A04E633-6B85-EBC8-7C7B-2E1A379F9202}"/>
              </a:ext>
            </a:extLst>
          </p:cNvPr>
          <p:cNvSpPr/>
          <p:nvPr/>
        </p:nvSpPr>
        <p:spPr>
          <a:xfrm>
            <a:off x="2790497" y="2949219"/>
            <a:ext cx="6044561" cy="2472363"/>
          </a:xfrm>
          <a:custGeom>
            <a:avLst/>
            <a:gdLst>
              <a:gd name="csX0" fmla="*/ 0 w 4541521"/>
              <a:gd name="csY0" fmla="*/ 0 h 2989184"/>
              <a:gd name="csX1" fmla="*/ 977462 w 4541521"/>
              <a:gd name="csY1" fmla="*/ 1592317 h 2989184"/>
              <a:gd name="csX2" fmla="*/ 3484179 w 4541521"/>
              <a:gd name="csY2" fmla="*/ 2979683 h 2989184"/>
              <a:gd name="csX3" fmla="*/ 4493173 w 4541521"/>
              <a:gd name="csY3" fmla="*/ 2096814 h 2989184"/>
              <a:gd name="csX4" fmla="*/ 4288221 w 4541521"/>
              <a:gd name="csY4" fmla="*/ 110359 h 2989184"/>
              <a:gd name="csX0" fmla="*/ 0 w 4541521"/>
              <a:gd name="csY0" fmla="*/ 0 h 2997248"/>
              <a:gd name="csX1" fmla="*/ 768205 w 4541521"/>
              <a:gd name="csY1" fmla="*/ 1371599 h 2997248"/>
              <a:gd name="csX2" fmla="*/ 3484179 w 4541521"/>
              <a:gd name="csY2" fmla="*/ 2979683 h 2997248"/>
              <a:gd name="csX3" fmla="*/ 4493173 w 4541521"/>
              <a:gd name="csY3" fmla="*/ 2096814 h 2997248"/>
              <a:gd name="csX4" fmla="*/ 4288221 w 4541521"/>
              <a:gd name="csY4" fmla="*/ 110359 h 2997248"/>
              <a:gd name="csX0" fmla="*/ 0 w 4541521"/>
              <a:gd name="csY0" fmla="*/ 0 h 2997248"/>
              <a:gd name="csX1" fmla="*/ 768205 w 4541521"/>
              <a:gd name="csY1" fmla="*/ 1371599 h 2997248"/>
              <a:gd name="csX2" fmla="*/ 3484179 w 4541521"/>
              <a:gd name="csY2" fmla="*/ 2979683 h 2997248"/>
              <a:gd name="csX3" fmla="*/ 4493173 w 4541521"/>
              <a:gd name="csY3" fmla="*/ 2096814 h 2997248"/>
              <a:gd name="csX4" fmla="*/ 4288221 w 4541521"/>
              <a:gd name="csY4" fmla="*/ 110359 h 2997248"/>
              <a:gd name="csX0" fmla="*/ 0 w 5088809"/>
              <a:gd name="csY0" fmla="*/ 0 h 2886889"/>
              <a:gd name="csX1" fmla="*/ 1315493 w 5088809"/>
              <a:gd name="csY1" fmla="*/ 1261240 h 2886889"/>
              <a:gd name="csX2" fmla="*/ 4031467 w 5088809"/>
              <a:gd name="csY2" fmla="*/ 2869324 h 2886889"/>
              <a:gd name="csX3" fmla="*/ 5040461 w 5088809"/>
              <a:gd name="csY3" fmla="*/ 1986455 h 2886889"/>
              <a:gd name="csX4" fmla="*/ 4835509 w 5088809"/>
              <a:gd name="csY4" fmla="*/ 0 h 2886889"/>
              <a:gd name="csX0" fmla="*/ 0 w 5088809"/>
              <a:gd name="csY0" fmla="*/ 0 h 2886889"/>
              <a:gd name="csX1" fmla="*/ 1315493 w 5088809"/>
              <a:gd name="csY1" fmla="*/ 1261240 h 2886889"/>
              <a:gd name="csX2" fmla="*/ 4031467 w 5088809"/>
              <a:gd name="csY2" fmla="*/ 2869324 h 2886889"/>
              <a:gd name="csX3" fmla="*/ 5040461 w 5088809"/>
              <a:gd name="csY3" fmla="*/ 1986455 h 2886889"/>
              <a:gd name="csX4" fmla="*/ 4835509 w 5088809"/>
              <a:gd name="csY4" fmla="*/ 0 h 2886889"/>
              <a:gd name="csX0" fmla="*/ 0 w 5088809"/>
              <a:gd name="csY0" fmla="*/ 0 h 2269073"/>
              <a:gd name="csX1" fmla="*/ 1315493 w 5088809"/>
              <a:gd name="csY1" fmla="*/ 1261240 h 2269073"/>
              <a:gd name="csX2" fmla="*/ 3983177 w 5088809"/>
              <a:gd name="csY2" fmla="*/ 2096813 h 2269073"/>
              <a:gd name="csX3" fmla="*/ 5040461 w 5088809"/>
              <a:gd name="csY3" fmla="*/ 1986455 h 2269073"/>
              <a:gd name="csX4" fmla="*/ 4835509 w 5088809"/>
              <a:gd name="csY4" fmla="*/ 0 h 2269073"/>
              <a:gd name="csX0" fmla="*/ 0 w 5088809"/>
              <a:gd name="csY0" fmla="*/ 0 h 2258812"/>
              <a:gd name="csX1" fmla="*/ 1315493 w 5088809"/>
              <a:gd name="csY1" fmla="*/ 1261240 h 2258812"/>
              <a:gd name="csX2" fmla="*/ 3983177 w 5088809"/>
              <a:gd name="csY2" fmla="*/ 2096813 h 2258812"/>
              <a:gd name="csX3" fmla="*/ 5040461 w 5088809"/>
              <a:gd name="csY3" fmla="*/ 1986455 h 2258812"/>
              <a:gd name="csX4" fmla="*/ 4835509 w 5088809"/>
              <a:gd name="csY4" fmla="*/ 0 h 2258812"/>
              <a:gd name="csX0" fmla="*/ 0 w 5463031"/>
              <a:gd name="csY0" fmla="*/ 0 h 2096977"/>
              <a:gd name="csX1" fmla="*/ 1315493 w 5463031"/>
              <a:gd name="csY1" fmla="*/ 1261240 h 2096977"/>
              <a:gd name="csX2" fmla="*/ 3983177 w 5463031"/>
              <a:gd name="csY2" fmla="*/ 2096813 h 2096977"/>
              <a:gd name="csX3" fmla="*/ 5442879 w 5463031"/>
              <a:gd name="csY3" fmla="*/ 1198179 h 2096977"/>
              <a:gd name="csX4" fmla="*/ 4835509 w 5463031"/>
              <a:gd name="csY4" fmla="*/ 0 h 2096977"/>
              <a:gd name="csX0" fmla="*/ 0 w 5501197"/>
              <a:gd name="csY0" fmla="*/ 0 h 2096977"/>
              <a:gd name="csX1" fmla="*/ 1315493 w 5501197"/>
              <a:gd name="csY1" fmla="*/ 1261240 h 2096977"/>
              <a:gd name="csX2" fmla="*/ 3983177 w 5501197"/>
              <a:gd name="csY2" fmla="*/ 2096813 h 2096977"/>
              <a:gd name="csX3" fmla="*/ 5442879 w 5501197"/>
              <a:gd name="csY3" fmla="*/ 1198179 h 2096977"/>
              <a:gd name="csX4" fmla="*/ 4835509 w 5501197"/>
              <a:gd name="csY4" fmla="*/ 0 h 2096977"/>
              <a:gd name="csX0" fmla="*/ 0 w 6203912"/>
              <a:gd name="csY0" fmla="*/ 551793 h 2648770"/>
              <a:gd name="csX1" fmla="*/ 1315493 w 6203912"/>
              <a:gd name="csY1" fmla="*/ 1813033 h 2648770"/>
              <a:gd name="csX2" fmla="*/ 3983177 w 6203912"/>
              <a:gd name="csY2" fmla="*/ 2648606 h 2648770"/>
              <a:gd name="csX3" fmla="*/ 5442879 w 6203912"/>
              <a:gd name="csY3" fmla="*/ 1749972 h 2648770"/>
              <a:gd name="csX4" fmla="*/ 6171535 w 6203912"/>
              <a:gd name="csY4" fmla="*/ 0 h 2648770"/>
              <a:gd name="csX0" fmla="*/ 0 w 6171535"/>
              <a:gd name="csY0" fmla="*/ 551793 h 2648770"/>
              <a:gd name="csX1" fmla="*/ 1315493 w 6171535"/>
              <a:gd name="csY1" fmla="*/ 1813033 h 2648770"/>
              <a:gd name="csX2" fmla="*/ 3983177 w 6171535"/>
              <a:gd name="csY2" fmla="*/ 2648606 h 2648770"/>
              <a:gd name="csX3" fmla="*/ 5442879 w 6171535"/>
              <a:gd name="csY3" fmla="*/ 1749972 h 2648770"/>
              <a:gd name="csX4" fmla="*/ 6171535 w 6171535"/>
              <a:gd name="csY4" fmla="*/ 0 h 2648770"/>
              <a:gd name="csX0" fmla="*/ 0 w 6171535"/>
              <a:gd name="csY0" fmla="*/ 551793 h 2664804"/>
              <a:gd name="csX1" fmla="*/ 2184715 w 6171535"/>
              <a:gd name="csY1" fmla="*/ 2191405 h 2664804"/>
              <a:gd name="csX2" fmla="*/ 3983177 w 6171535"/>
              <a:gd name="csY2" fmla="*/ 2648606 h 2664804"/>
              <a:gd name="csX3" fmla="*/ 5442879 w 6171535"/>
              <a:gd name="csY3" fmla="*/ 1749972 h 2664804"/>
              <a:gd name="csX4" fmla="*/ 6171535 w 6171535"/>
              <a:gd name="csY4" fmla="*/ 0 h 2664804"/>
              <a:gd name="csX0" fmla="*/ 0 w 6171535"/>
              <a:gd name="csY0" fmla="*/ 551793 h 2655452"/>
              <a:gd name="csX1" fmla="*/ 2184715 w 6171535"/>
              <a:gd name="csY1" fmla="*/ 2191405 h 2655452"/>
              <a:gd name="csX2" fmla="*/ 3983177 w 6171535"/>
              <a:gd name="csY2" fmla="*/ 2648606 h 2655452"/>
              <a:gd name="csX3" fmla="*/ 5442879 w 6171535"/>
              <a:gd name="csY3" fmla="*/ 1749972 h 2655452"/>
              <a:gd name="csX4" fmla="*/ 6171535 w 6171535"/>
              <a:gd name="csY4" fmla="*/ 0 h 2655452"/>
              <a:gd name="csX0" fmla="*/ 0 w 6171535"/>
              <a:gd name="csY0" fmla="*/ 551793 h 2298452"/>
              <a:gd name="csX1" fmla="*/ 2184715 w 6171535"/>
              <a:gd name="csY1" fmla="*/ 2191405 h 2298452"/>
              <a:gd name="csX2" fmla="*/ 4594851 w 6171535"/>
              <a:gd name="csY2" fmla="*/ 2096813 h 2298452"/>
              <a:gd name="csX3" fmla="*/ 5442879 w 6171535"/>
              <a:gd name="csY3" fmla="*/ 1749972 h 2298452"/>
              <a:gd name="csX4" fmla="*/ 6171535 w 6171535"/>
              <a:gd name="csY4" fmla="*/ 0 h 2298452"/>
              <a:gd name="csX0" fmla="*/ 0 w 6171535"/>
              <a:gd name="csY0" fmla="*/ 551793 h 2295473"/>
              <a:gd name="csX1" fmla="*/ 2184715 w 6171535"/>
              <a:gd name="csY1" fmla="*/ 2191405 h 2295473"/>
              <a:gd name="csX2" fmla="*/ 4594851 w 6171535"/>
              <a:gd name="csY2" fmla="*/ 2096813 h 2295473"/>
              <a:gd name="csX3" fmla="*/ 5314106 w 6171535"/>
              <a:gd name="csY3" fmla="*/ 1844565 h 2295473"/>
              <a:gd name="csX4" fmla="*/ 6171535 w 6171535"/>
              <a:gd name="csY4" fmla="*/ 0 h 2295473"/>
              <a:gd name="csX0" fmla="*/ 0 w 6171535"/>
              <a:gd name="csY0" fmla="*/ 551793 h 2405722"/>
              <a:gd name="csX1" fmla="*/ 2184715 w 6171535"/>
              <a:gd name="csY1" fmla="*/ 2191405 h 2405722"/>
              <a:gd name="csX2" fmla="*/ 3934887 w 6171535"/>
              <a:gd name="csY2" fmla="*/ 2349062 h 2405722"/>
              <a:gd name="csX3" fmla="*/ 5314106 w 6171535"/>
              <a:gd name="csY3" fmla="*/ 1844565 h 2405722"/>
              <a:gd name="csX4" fmla="*/ 6171535 w 6171535"/>
              <a:gd name="csY4" fmla="*/ 0 h 2405722"/>
              <a:gd name="csX0" fmla="*/ 0 w 6171535"/>
              <a:gd name="csY0" fmla="*/ 551793 h 2438599"/>
              <a:gd name="csX1" fmla="*/ 2184715 w 6171535"/>
              <a:gd name="csY1" fmla="*/ 2191405 h 2438599"/>
              <a:gd name="csX2" fmla="*/ 3934887 w 6171535"/>
              <a:gd name="csY2" fmla="*/ 2349062 h 2438599"/>
              <a:gd name="csX3" fmla="*/ 4605851 w 6171535"/>
              <a:gd name="csY3" fmla="*/ 2222938 h 2438599"/>
              <a:gd name="csX4" fmla="*/ 6171535 w 6171535"/>
              <a:gd name="csY4" fmla="*/ 0 h 2438599"/>
              <a:gd name="csX0" fmla="*/ 0 w 6171535"/>
              <a:gd name="csY0" fmla="*/ 551793 h 2431992"/>
              <a:gd name="csX1" fmla="*/ 2184715 w 6171535"/>
              <a:gd name="csY1" fmla="*/ 2191405 h 2431992"/>
              <a:gd name="csX2" fmla="*/ 3934887 w 6171535"/>
              <a:gd name="csY2" fmla="*/ 2349062 h 2431992"/>
              <a:gd name="csX3" fmla="*/ 4605851 w 6171535"/>
              <a:gd name="csY3" fmla="*/ 2222938 h 2431992"/>
              <a:gd name="csX4" fmla="*/ 6171535 w 6171535"/>
              <a:gd name="csY4" fmla="*/ 0 h 2431992"/>
              <a:gd name="csX0" fmla="*/ 0 w 6171535"/>
              <a:gd name="csY0" fmla="*/ 551793 h 2451786"/>
              <a:gd name="csX1" fmla="*/ 2184715 w 6171535"/>
              <a:gd name="csY1" fmla="*/ 2191405 h 2451786"/>
              <a:gd name="csX2" fmla="*/ 4605851 w 6171535"/>
              <a:gd name="csY2" fmla="*/ 2222938 h 2451786"/>
              <a:gd name="csX3" fmla="*/ 6171535 w 6171535"/>
              <a:gd name="csY3" fmla="*/ 0 h 2451786"/>
              <a:gd name="csX0" fmla="*/ 0 w 6171535"/>
              <a:gd name="csY0" fmla="*/ 551793 h 2472363"/>
              <a:gd name="csX1" fmla="*/ 2184715 w 6171535"/>
              <a:gd name="csY1" fmla="*/ 2191405 h 2472363"/>
              <a:gd name="csX2" fmla="*/ 4557561 w 6171535"/>
              <a:gd name="csY2" fmla="*/ 2254469 h 2472363"/>
              <a:gd name="csX3" fmla="*/ 6171535 w 6171535"/>
              <a:gd name="csY3" fmla="*/ 0 h 2472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71535" h="2472363">
                <a:moveTo>
                  <a:pt x="0" y="551793"/>
                </a:moveTo>
                <a:cubicBezTo>
                  <a:pt x="439833" y="1115410"/>
                  <a:pt x="1425122" y="1907626"/>
                  <a:pt x="2184715" y="2191405"/>
                </a:cubicBezTo>
                <a:cubicBezTo>
                  <a:pt x="2944309" y="2475184"/>
                  <a:pt x="3893091" y="2619703"/>
                  <a:pt x="4557561" y="2254469"/>
                </a:cubicBezTo>
                <a:cubicBezTo>
                  <a:pt x="5123496" y="1878724"/>
                  <a:pt x="6131757" y="817179"/>
                  <a:pt x="6171535" y="0"/>
                </a:cubicBezTo>
              </a:path>
            </a:pathLst>
          </a:custGeom>
          <a:noFill/>
          <a:ln w="412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5D3991B0-B744-75C4-D9ED-FB629A1F2FD0}"/>
              </a:ext>
            </a:extLst>
          </p:cNvPr>
          <p:cNvSpPr txBox="1"/>
          <p:nvPr/>
        </p:nvSpPr>
        <p:spPr>
          <a:xfrm rot="3600000">
            <a:off x="3170543" y="1333731"/>
            <a:ext cx="108586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>
                    <a:lumMod val="50000"/>
                  </a:schemeClr>
                </a:solidFill>
              </a:rPr>
              <a:t>12366 J/kg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4CC14DAF-BEE1-793D-2B34-80EA0488A68E}"/>
              </a:ext>
            </a:extLst>
          </p:cNvPr>
          <p:cNvSpPr txBox="1"/>
          <p:nvPr/>
        </p:nvSpPr>
        <p:spPr>
          <a:xfrm rot="2368399">
            <a:off x="2763028" y="3083509"/>
            <a:ext cx="98917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>
                    <a:lumMod val="50000"/>
                  </a:schemeClr>
                </a:solidFill>
              </a:rPr>
              <a:t>12587 J/kg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C62B1CE6-E33D-1D14-A65C-6C9E8995A8D9}"/>
              </a:ext>
            </a:extLst>
          </p:cNvPr>
          <p:cNvSpPr txBox="1"/>
          <p:nvPr/>
        </p:nvSpPr>
        <p:spPr>
          <a:xfrm rot="2368399">
            <a:off x="3124982" y="4201700"/>
            <a:ext cx="98917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>
                    <a:lumMod val="50000"/>
                  </a:schemeClr>
                </a:solidFill>
              </a:rPr>
              <a:t>12810 J/kg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B7B3BF26-5047-6BC9-80D2-DDE3A6E89897}"/>
              </a:ext>
            </a:extLst>
          </p:cNvPr>
          <p:cNvSpPr txBox="1"/>
          <p:nvPr/>
        </p:nvSpPr>
        <p:spPr>
          <a:xfrm>
            <a:off x="790279" y="1837951"/>
            <a:ext cx="240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Isohypses 700 hPa</a:t>
            </a: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A4B25B14-5A7F-27C6-D8C3-3BB7B36D7154}"/>
              </a:ext>
            </a:extLst>
          </p:cNvPr>
          <p:cNvCxnSpPr>
            <a:cxnSpLocks/>
          </p:cNvCxnSpPr>
          <p:nvPr/>
        </p:nvCxnSpPr>
        <p:spPr>
          <a:xfrm flipV="1">
            <a:off x="2666327" y="978533"/>
            <a:ext cx="660197" cy="88192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33E66E45-51C2-4C32-E4C2-CCD8595D3B21}"/>
              </a:ext>
            </a:extLst>
          </p:cNvPr>
          <p:cNvCxnSpPr>
            <a:cxnSpLocks/>
          </p:cNvCxnSpPr>
          <p:nvPr/>
        </p:nvCxnSpPr>
        <p:spPr>
          <a:xfrm>
            <a:off x="2598867" y="2242169"/>
            <a:ext cx="114763" cy="26583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BBA9699D-8B86-1AC7-F626-856D17BB1EA3}"/>
              </a:ext>
            </a:extLst>
          </p:cNvPr>
          <p:cNvCxnSpPr>
            <a:cxnSpLocks/>
          </p:cNvCxnSpPr>
          <p:nvPr/>
        </p:nvCxnSpPr>
        <p:spPr>
          <a:xfrm>
            <a:off x="1893619" y="2325513"/>
            <a:ext cx="772708" cy="99156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Ellipse 103">
            <a:extLst>
              <a:ext uri="{FF2B5EF4-FFF2-40B4-BE49-F238E27FC236}">
                <a16:creationId xmlns:a16="http://schemas.microsoft.com/office/drawing/2014/main" id="{031F8657-B4C5-9243-C302-34B811AC3FA8}"/>
              </a:ext>
            </a:extLst>
          </p:cNvPr>
          <p:cNvSpPr/>
          <p:nvPr/>
        </p:nvSpPr>
        <p:spPr>
          <a:xfrm>
            <a:off x="5799804" y="1572250"/>
            <a:ext cx="592390" cy="59238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L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5CDD0C03-E1E2-DDFD-880B-E6E803DF0DE9}"/>
              </a:ext>
            </a:extLst>
          </p:cNvPr>
          <p:cNvSpPr txBox="1"/>
          <p:nvPr/>
        </p:nvSpPr>
        <p:spPr>
          <a:xfrm>
            <a:off x="2217674" y="5915972"/>
            <a:ext cx="2633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Vent géostrophique à 1000 hPa (en présence de frottement)</a:t>
            </a:r>
          </a:p>
        </p:txBody>
      </p:sp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C483AA4F-2915-F2C2-BAA6-18154A7527F9}"/>
              </a:ext>
            </a:extLst>
          </p:cNvPr>
          <p:cNvCxnSpPr>
            <a:cxnSpLocks/>
          </p:cNvCxnSpPr>
          <p:nvPr/>
        </p:nvCxnSpPr>
        <p:spPr>
          <a:xfrm>
            <a:off x="1182414" y="6148731"/>
            <a:ext cx="832558" cy="0"/>
          </a:xfrm>
          <a:prstGeom prst="straightConnector1">
            <a:avLst/>
          </a:prstGeom>
          <a:ln w="571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96290166-C3F7-B23F-ABE9-E8B4F67B31B9}"/>
              </a:ext>
            </a:extLst>
          </p:cNvPr>
          <p:cNvSpPr txBox="1"/>
          <p:nvPr/>
        </p:nvSpPr>
        <p:spPr>
          <a:xfrm>
            <a:off x="6294184" y="5951732"/>
            <a:ext cx="263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78206E"/>
                </a:solidFill>
              </a:rPr>
              <a:t>Vent thermique</a:t>
            </a:r>
          </a:p>
        </p:txBody>
      </p: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719E993E-BDC0-DFC8-21CA-81B9717E2E78}"/>
              </a:ext>
            </a:extLst>
          </p:cNvPr>
          <p:cNvCxnSpPr>
            <a:cxnSpLocks/>
          </p:cNvCxnSpPr>
          <p:nvPr/>
        </p:nvCxnSpPr>
        <p:spPr>
          <a:xfrm>
            <a:off x="5480293" y="6148731"/>
            <a:ext cx="832558" cy="0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ZoneTexte 109">
            <a:extLst>
              <a:ext uri="{FF2B5EF4-FFF2-40B4-BE49-F238E27FC236}">
                <a16:creationId xmlns:a16="http://schemas.microsoft.com/office/drawing/2014/main" id="{0390A112-C365-9937-D8B7-2D0E5187B2AC}"/>
              </a:ext>
            </a:extLst>
          </p:cNvPr>
          <p:cNvSpPr txBox="1"/>
          <p:nvPr/>
        </p:nvSpPr>
        <p:spPr>
          <a:xfrm>
            <a:off x="9180404" y="5951732"/>
            <a:ext cx="228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6D159"/>
                </a:solidFill>
              </a:rPr>
              <a:t>Vent géostrophique à 700 hPa</a:t>
            </a:r>
          </a:p>
        </p:txBody>
      </p: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BAB5F531-4F6F-15C7-8557-496799FFD142}"/>
              </a:ext>
            </a:extLst>
          </p:cNvPr>
          <p:cNvCxnSpPr>
            <a:cxnSpLocks/>
          </p:cNvCxnSpPr>
          <p:nvPr/>
        </p:nvCxnSpPr>
        <p:spPr>
          <a:xfrm>
            <a:off x="8366513" y="6148731"/>
            <a:ext cx="832558" cy="0"/>
          </a:xfrm>
          <a:prstGeom prst="straightConnector1">
            <a:avLst/>
          </a:prstGeom>
          <a:ln w="57150">
            <a:solidFill>
              <a:srgbClr val="46D15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31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78" grpId="0"/>
      <p:bldP spid="79" grpId="0"/>
      <p:bldP spid="80" grpId="0"/>
      <p:bldP spid="81" grpId="0"/>
      <p:bldP spid="82" grpId="0"/>
      <p:bldP spid="83" grpId="0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/>
      <p:bldP spid="104" grpId="0" animBg="1"/>
      <p:bldP spid="105" grpId="0"/>
      <p:bldP spid="108" grpId="0"/>
      <p:bldP spid="110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70</Words>
  <Application>Microsoft Macintosh PowerPoint</Application>
  <PresentationFormat>Grand écran</PresentationFormat>
  <Paragraphs>21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Massonnet</dc:creator>
  <cp:lastModifiedBy>François Massonnet</cp:lastModifiedBy>
  <cp:revision>1</cp:revision>
  <dcterms:created xsi:type="dcterms:W3CDTF">2026-03-16T15:38:56Z</dcterms:created>
  <dcterms:modified xsi:type="dcterms:W3CDTF">2026-03-16T17:06:50Z</dcterms:modified>
</cp:coreProperties>
</file>
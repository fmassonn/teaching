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1B"/>
    <a:srgbClr val="000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8"/>
    <p:restoredTop sz="94699"/>
  </p:normalViewPr>
  <p:slideViewPr>
    <p:cSldViewPr snapToGrid="0">
      <p:cViewPr>
        <p:scale>
          <a:sx n="201" d="100"/>
          <a:sy n="201" d="100"/>
        </p:scale>
        <p:origin x="376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AFEE0-B525-C645-A2E2-DAB1153915D1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AE8D3-C641-D941-8C70-B24C149111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24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AE8D3-C641-D941-8C70-B24C149111E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9943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135F5-5DBF-B954-C16F-BCC4F4C82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C7DF51E-AA66-7BB1-4771-5E0FC6324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461D62A-C454-3060-0E38-21C368783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248D0C-3BE3-8AB5-5CD7-C86F7F164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AE8D3-C641-D941-8C70-B24C149111E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09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8F2E-8EEC-D24B-DE59-7CA314E9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193D4BB-6360-BBF5-9E2A-43529D748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2885E9-C174-8079-5458-043F3DAE3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4EECE1-4638-4A35-DD20-FD9D8D895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AE8D3-C641-D941-8C70-B24C149111E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356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9AE8D3-C641-D941-8C70-B24C149111E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124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34403-297F-E2FF-7873-1509C8A2D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F74F06-4D84-D380-5F81-C22AC3B0D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D7F017-5539-0A11-78F0-B5BB0B5C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888F99-E7A3-5211-0328-30512D90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470A42-8E76-360B-FF00-57284CFF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081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55EE23-8282-570B-3424-3D4D019E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9D01C7-068E-8DBF-F09B-69AF9262A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7F5555-376F-AE4F-092D-E3681D7B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51A930-A4D6-87F2-A48D-A30D41D06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732E91-5CCB-7855-1A4E-313EA0C72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95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35FDE5-C0BE-FEDC-CFD2-FE71F472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647484-9FD5-6B89-9D54-4EF5BCB0A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2A414B-5DF7-3408-C5F1-0BEE9D5C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900535-63F1-01BE-1CEB-72F2E048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CB7430-D429-2B16-1DF8-7EB5E9B3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738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CCAC3C-622B-3A4E-2E0B-7AC75DEA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6DD4B3-57EE-2180-F878-E4254DF67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117CCF-1273-F4D9-3817-26F65A4BC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4DF989-3B84-C14B-BC21-FB31FD2D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22B7F8-4A14-CC58-E8AD-B5012B9BD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76B273-C411-59EB-CF3A-CB570895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730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B93232-DEE8-378A-9755-20AEEA150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E7911F-6866-5542-4412-000CA352F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8363CA-9708-48C6-648B-4C062730B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03AE087-5ABE-5EB9-2709-3C72EF035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4431545-672D-AE96-F264-B024B7770E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A59E9D-ADE8-76B2-03B1-865BC572F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0C599D5-C5EA-A01E-6E32-EF6DF348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34D180-1756-054D-23DF-88EA6F4C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600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964540-144A-FDB4-5C59-5C85814DF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68CBB6-0A00-8A82-FC25-6AA903F7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D74BF2-2C05-4D6C-BA96-E24EB016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2DFF17-4531-BF82-AA2E-B2639141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557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19573E-57BD-F530-7096-99541E720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B21A0AE-3F59-2087-AC68-68D3ED29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6CC150-161F-626E-C118-01EAC42D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2019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68777-D334-4406-16EF-4676F186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624400-CB19-14F5-F6FE-2DA801053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C047C73-F6B6-6D5C-B565-6C40386F7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18986D-7FBC-590D-7E6A-9BB0B0DE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C1067C1-CA88-1C25-520A-404673C5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3D1836-BFDA-8D71-6D34-3F2B741EF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0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7D004F-9043-616D-CFB0-3C71B6596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AB7643B-4C16-01B8-6871-CD2AEBEA1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49AD56-95FA-0D24-A0F0-211E25319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2474B69-24F1-1ABC-59DA-AC456DE5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2B63A2-AF2F-B07D-2C47-CE8D20499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5363B9-C8F4-DCD9-89DA-4E73B1872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1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A63A1-914C-4C1C-E17A-EC44297D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4A5D6B-D073-8C3A-518C-CBB0E64B4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55DFF-3A9F-0A74-107C-13A62B84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97E0C9-A93B-319A-F332-88109EC7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F8B44E-42CD-7B51-C254-B486FBF2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19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B4F8955-4E8F-DBB8-5247-4A37D2349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A88809-74AF-582C-8BFC-10816A634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DFC8FC-5B5B-0F81-8E01-CE944997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337DEB-6587-DFC0-C5C4-A444C983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10C1B7-117B-7B30-A9ED-5A325D37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43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E5C9736-11E9-92E4-D490-DD44989B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3FEEBA-F622-8822-C845-825685F26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5A4378-DB62-BC1F-1F7E-D2D1B3C13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90909-902F-0140-B8AB-824EC19FF0C0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175332-F998-B765-76D5-54BFFAF09E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171A59-7346-56A3-2329-8E247578C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E9183-C5BD-8D43-A157-54A501903CC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521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2.emf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ED97252C-3E62-783D-4B72-53D9EB824BC9}"/>
              </a:ext>
            </a:extLst>
          </p:cNvPr>
          <p:cNvSpPr/>
          <p:nvPr/>
        </p:nvSpPr>
        <p:spPr>
          <a:xfrm>
            <a:off x="444500" y="200723"/>
            <a:ext cx="11690350" cy="65874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1E860F9-913F-7E16-A4D2-16D67E6DAD23}"/>
              </a:ext>
            </a:extLst>
          </p:cNvPr>
          <p:cNvSpPr/>
          <p:nvPr/>
        </p:nvSpPr>
        <p:spPr>
          <a:xfrm>
            <a:off x="3673045" y="1387045"/>
            <a:ext cx="4331044" cy="43310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BAD2DD37-89E6-3C43-20F8-FB22C0EEF9C7}"/>
              </a:ext>
            </a:extLst>
          </p:cNvPr>
          <p:cNvCxnSpPr>
            <a:cxnSpLocks/>
          </p:cNvCxnSpPr>
          <p:nvPr/>
        </p:nvCxnSpPr>
        <p:spPr>
          <a:xfrm flipV="1">
            <a:off x="8004089" y="2464420"/>
            <a:ext cx="0" cy="1088147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99A7D2F-BA39-3E70-EA12-B0249278EE17}"/>
              </a:ext>
            </a:extLst>
          </p:cNvPr>
          <p:cNvCxnSpPr>
            <a:cxnSpLocks/>
          </p:cNvCxnSpPr>
          <p:nvPr/>
        </p:nvCxnSpPr>
        <p:spPr>
          <a:xfrm flipH="1">
            <a:off x="4761571" y="1387045"/>
            <a:ext cx="1076996" cy="0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6F97E4B4-039A-65A1-0EC7-00890C224C59}"/>
              </a:ext>
            </a:extLst>
          </p:cNvPr>
          <p:cNvCxnSpPr>
            <a:cxnSpLocks/>
          </p:cNvCxnSpPr>
          <p:nvPr/>
        </p:nvCxnSpPr>
        <p:spPr>
          <a:xfrm>
            <a:off x="3634920" y="3429000"/>
            <a:ext cx="0" cy="1077375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00794287-79F5-3E55-4E48-2857E1CBDA8D}"/>
              </a:ext>
            </a:extLst>
          </p:cNvPr>
          <p:cNvCxnSpPr>
            <a:cxnSpLocks/>
          </p:cNvCxnSpPr>
          <p:nvPr/>
        </p:nvCxnSpPr>
        <p:spPr>
          <a:xfrm>
            <a:off x="5838567" y="5718089"/>
            <a:ext cx="1048592" cy="0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4AEE9F54-F7E6-497E-1D08-178E8610BA55}"/>
              </a:ext>
            </a:extLst>
          </p:cNvPr>
          <p:cNvCxnSpPr>
            <a:cxnSpLocks/>
          </p:cNvCxnSpPr>
          <p:nvPr/>
        </p:nvCxnSpPr>
        <p:spPr>
          <a:xfrm flipH="1">
            <a:off x="7002966" y="3552567"/>
            <a:ext cx="999927" cy="14224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2BD7F0E-F5B0-C807-5F42-86683DA82468}"/>
              </a:ext>
            </a:extLst>
          </p:cNvPr>
          <p:cNvCxnSpPr>
            <a:cxnSpLocks/>
          </p:cNvCxnSpPr>
          <p:nvPr/>
        </p:nvCxnSpPr>
        <p:spPr>
          <a:xfrm>
            <a:off x="3631401" y="3429000"/>
            <a:ext cx="985204" cy="0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4E60143B-C3C5-0BD4-AF20-1DA00AFF4C8B}"/>
              </a:ext>
            </a:extLst>
          </p:cNvPr>
          <p:cNvCxnSpPr>
            <a:cxnSpLocks/>
          </p:cNvCxnSpPr>
          <p:nvPr/>
        </p:nvCxnSpPr>
        <p:spPr>
          <a:xfrm flipV="1">
            <a:off x="5862966" y="4683512"/>
            <a:ext cx="0" cy="1002853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856BCCC7-8087-ED9A-5ABD-48E2095CB7F1}"/>
              </a:ext>
            </a:extLst>
          </p:cNvPr>
          <p:cNvCxnSpPr>
            <a:cxnSpLocks/>
          </p:cNvCxnSpPr>
          <p:nvPr/>
        </p:nvCxnSpPr>
        <p:spPr>
          <a:xfrm>
            <a:off x="5820580" y="1391860"/>
            <a:ext cx="0" cy="991937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AAD07C22-AE2A-F0EB-9813-2F2B09202A56}"/>
              </a:ext>
            </a:extLst>
          </p:cNvPr>
          <p:cNvCxnSpPr>
            <a:cxnSpLocks/>
          </p:cNvCxnSpPr>
          <p:nvPr/>
        </p:nvCxnSpPr>
        <p:spPr>
          <a:xfrm flipV="1">
            <a:off x="8002893" y="3552567"/>
            <a:ext cx="996141" cy="14224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44BECDB7-A549-265E-4879-ADA963CAA282}"/>
              </a:ext>
            </a:extLst>
          </p:cNvPr>
          <p:cNvCxnSpPr>
            <a:cxnSpLocks/>
          </p:cNvCxnSpPr>
          <p:nvPr/>
        </p:nvCxnSpPr>
        <p:spPr>
          <a:xfrm flipH="1">
            <a:off x="2631688" y="3429000"/>
            <a:ext cx="999713" cy="0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8B10553-F91E-E64B-92EF-09346AD158E5}"/>
              </a:ext>
            </a:extLst>
          </p:cNvPr>
          <p:cNvCxnSpPr>
            <a:cxnSpLocks/>
          </p:cNvCxnSpPr>
          <p:nvPr/>
        </p:nvCxnSpPr>
        <p:spPr>
          <a:xfrm flipV="1">
            <a:off x="5816684" y="384192"/>
            <a:ext cx="0" cy="1002853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515BD6B2-7405-1F8C-8846-AB13C85F25F1}"/>
              </a:ext>
            </a:extLst>
          </p:cNvPr>
          <p:cNvCxnSpPr>
            <a:cxnSpLocks/>
          </p:cNvCxnSpPr>
          <p:nvPr/>
        </p:nvCxnSpPr>
        <p:spPr>
          <a:xfrm>
            <a:off x="5862966" y="5741546"/>
            <a:ext cx="0" cy="993791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Ellipse 64">
            <a:extLst>
              <a:ext uri="{FF2B5EF4-FFF2-40B4-BE49-F238E27FC236}">
                <a16:creationId xmlns:a16="http://schemas.microsoft.com/office/drawing/2014/main" id="{7C158820-333F-9397-6C99-F169D7AD5C57}"/>
              </a:ext>
            </a:extLst>
          </p:cNvPr>
          <p:cNvSpPr/>
          <p:nvPr/>
        </p:nvSpPr>
        <p:spPr>
          <a:xfrm>
            <a:off x="5395520" y="3083923"/>
            <a:ext cx="858643" cy="858643"/>
          </a:xfrm>
          <a:prstGeom prst="ellipse">
            <a:avLst/>
          </a:prstGeom>
          <a:solidFill>
            <a:srgbClr val="000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L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DE5F8FCA-7718-399C-7B34-A9B816837B0F}"/>
              </a:ext>
            </a:extLst>
          </p:cNvPr>
          <p:cNvSpPr/>
          <p:nvPr/>
        </p:nvSpPr>
        <p:spPr>
          <a:xfrm>
            <a:off x="1149441" y="3083923"/>
            <a:ext cx="858643" cy="85864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H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434DCC38-55DC-9AA0-607D-3A256D30418B}"/>
              </a:ext>
            </a:extLst>
          </p:cNvPr>
          <p:cNvSpPr/>
          <p:nvPr/>
        </p:nvSpPr>
        <p:spPr>
          <a:xfrm>
            <a:off x="11227609" y="3201931"/>
            <a:ext cx="858643" cy="85864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H</a:t>
            </a:r>
          </a:p>
        </p:txBody>
      </p:sp>
      <p:pic>
        <p:nvPicPr>
          <p:cNvPr id="70" name="Image 69">
            <a:extLst>
              <a:ext uri="{FF2B5EF4-FFF2-40B4-BE49-F238E27FC236}">
                <a16:creationId xmlns:a16="http://schemas.microsoft.com/office/drawing/2014/main" id="{B13E1DD1-17FF-96D3-4567-322E7314D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10" y="2324783"/>
            <a:ext cx="251346" cy="279273"/>
          </a:xfrm>
          <a:prstGeom prst="rect">
            <a:avLst/>
          </a:prstGeom>
        </p:spPr>
      </p:pic>
      <p:pic>
        <p:nvPicPr>
          <p:cNvPr id="71" name="Image 70">
            <a:extLst>
              <a:ext uri="{FF2B5EF4-FFF2-40B4-BE49-F238E27FC236}">
                <a16:creationId xmlns:a16="http://schemas.microsoft.com/office/drawing/2014/main" id="{94102F16-4B28-1238-926B-720B96530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674" y="3701235"/>
            <a:ext cx="1010732" cy="239658"/>
          </a:xfrm>
          <a:prstGeom prst="rect">
            <a:avLst/>
          </a:prstGeom>
        </p:spPr>
      </p:pic>
      <p:pic>
        <p:nvPicPr>
          <p:cNvPr id="74" name="Image 73">
            <a:extLst>
              <a:ext uri="{FF2B5EF4-FFF2-40B4-BE49-F238E27FC236}">
                <a16:creationId xmlns:a16="http://schemas.microsoft.com/office/drawing/2014/main" id="{8A49CA43-EA06-561E-32B7-BC47EBF79C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101" y="3707781"/>
            <a:ext cx="1595532" cy="2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0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ECF84-7568-C68F-E115-A6A9E454E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00892FE-21F1-0B70-6C6E-D8702E5C32AC}"/>
              </a:ext>
            </a:extLst>
          </p:cNvPr>
          <p:cNvSpPr/>
          <p:nvPr/>
        </p:nvSpPr>
        <p:spPr>
          <a:xfrm>
            <a:off x="444500" y="200723"/>
            <a:ext cx="11690350" cy="65874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775871E-0431-AA6D-9B43-9F1A55C09804}"/>
              </a:ext>
            </a:extLst>
          </p:cNvPr>
          <p:cNvSpPr/>
          <p:nvPr/>
        </p:nvSpPr>
        <p:spPr>
          <a:xfrm>
            <a:off x="3673045" y="1387045"/>
            <a:ext cx="4331044" cy="43310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15ED02C4-4A45-99C6-8921-3A0A2E42FBA9}"/>
              </a:ext>
            </a:extLst>
          </p:cNvPr>
          <p:cNvCxnSpPr>
            <a:cxnSpLocks/>
          </p:cNvCxnSpPr>
          <p:nvPr/>
        </p:nvCxnSpPr>
        <p:spPr>
          <a:xfrm flipV="1">
            <a:off x="8004089" y="2464420"/>
            <a:ext cx="0" cy="1088147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BF245C0B-BDAA-882C-3FE5-0A4F89C71B29}"/>
              </a:ext>
            </a:extLst>
          </p:cNvPr>
          <p:cNvCxnSpPr>
            <a:cxnSpLocks/>
          </p:cNvCxnSpPr>
          <p:nvPr/>
        </p:nvCxnSpPr>
        <p:spPr>
          <a:xfrm flipH="1">
            <a:off x="4761571" y="1387045"/>
            <a:ext cx="1076996" cy="0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595CE8E-985F-71AE-3AFD-412AE4C69B03}"/>
              </a:ext>
            </a:extLst>
          </p:cNvPr>
          <p:cNvCxnSpPr>
            <a:cxnSpLocks/>
          </p:cNvCxnSpPr>
          <p:nvPr/>
        </p:nvCxnSpPr>
        <p:spPr>
          <a:xfrm>
            <a:off x="3634920" y="3429000"/>
            <a:ext cx="0" cy="1077375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668AAA51-A9AE-B237-CCE6-0FF32FFC36EC}"/>
              </a:ext>
            </a:extLst>
          </p:cNvPr>
          <p:cNvCxnSpPr>
            <a:cxnSpLocks/>
          </p:cNvCxnSpPr>
          <p:nvPr/>
        </p:nvCxnSpPr>
        <p:spPr>
          <a:xfrm>
            <a:off x="5838567" y="5718089"/>
            <a:ext cx="1048592" cy="0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AC31EA43-C583-4828-946D-0E63B71D4305}"/>
              </a:ext>
            </a:extLst>
          </p:cNvPr>
          <p:cNvCxnSpPr>
            <a:cxnSpLocks/>
          </p:cNvCxnSpPr>
          <p:nvPr/>
        </p:nvCxnSpPr>
        <p:spPr>
          <a:xfrm flipH="1">
            <a:off x="7002966" y="3552567"/>
            <a:ext cx="999927" cy="14224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ACDE73EB-7525-72E5-6BA5-ED8452D1AEB1}"/>
              </a:ext>
            </a:extLst>
          </p:cNvPr>
          <p:cNvCxnSpPr>
            <a:cxnSpLocks/>
          </p:cNvCxnSpPr>
          <p:nvPr/>
        </p:nvCxnSpPr>
        <p:spPr>
          <a:xfrm>
            <a:off x="3631401" y="3429000"/>
            <a:ext cx="985204" cy="0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FD06D1E-7792-CB69-A0D9-169A93DC5EB1}"/>
              </a:ext>
            </a:extLst>
          </p:cNvPr>
          <p:cNvCxnSpPr>
            <a:cxnSpLocks/>
          </p:cNvCxnSpPr>
          <p:nvPr/>
        </p:nvCxnSpPr>
        <p:spPr>
          <a:xfrm flipV="1">
            <a:off x="5862966" y="4683512"/>
            <a:ext cx="0" cy="1002853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2E2EF8A-8E0A-91EC-8D53-78BC7558D7A8}"/>
              </a:ext>
            </a:extLst>
          </p:cNvPr>
          <p:cNvCxnSpPr>
            <a:cxnSpLocks/>
          </p:cNvCxnSpPr>
          <p:nvPr/>
        </p:nvCxnSpPr>
        <p:spPr>
          <a:xfrm>
            <a:off x="5820580" y="1391860"/>
            <a:ext cx="0" cy="991937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BD4C0349-0627-C2DB-B75A-141B9B1BFDBA}"/>
              </a:ext>
            </a:extLst>
          </p:cNvPr>
          <p:cNvCxnSpPr>
            <a:cxnSpLocks/>
          </p:cNvCxnSpPr>
          <p:nvPr/>
        </p:nvCxnSpPr>
        <p:spPr>
          <a:xfrm flipV="1">
            <a:off x="8002893" y="3552567"/>
            <a:ext cx="996141" cy="14224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F1F7C810-1401-73E9-4954-2A8AF6A5262C}"/>
              </a:ext>
            </a:extLst>
          </p:cNvPr>
          <p:cNvCxnSpPr>
            <a:cxnSpLocks/>
          </p:cNvCxnSpPr>
          <p:nvPr/>
        </p:nvCxnSpPr>
        <p:spPr>
          <a:xfrm flipH="1">
            <a:off x="2631688" y="3429000"/>
            <a:ext cx="999713" cy="0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3AE29ECD-F764-9A89-EBB6-33746D080CB3}"/>
              </a:ext>
            </a:extLst>
          </p:cNvPr>
          <p:cNvCxnSpPr>
            <a:cxnSpLocks/>
          </p:cNvCxnSpPr>
          <p:nvPr/>
        </p:nvCxnSpPr>
        <p:spPr>
          <a:xfrm flipV="1">
            <a:off x="5816684" y="384192"/>
            <a:ext cx="0" cy="1002853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2807CD79-F891-5A33-B092-77ACA235D12F}"/>
              </a:ext>
            </a:extLst>
          </p:cNvPr>
          <p:cNvCxnSpPr>
            <a:cxnSpLocks/>
          </p:cNvCxnSpPr>
          <p:nvPr/>
        </p:nvCxnSpPr>
        <p:spPr>
          <a:xfrm>
            <a:off x="5862966" y="5741546"/>
            <a:ext cx="0" cy="993791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Ellipse 64">
            <a:extLst>
              <a:ext uri="{FF2B5EF4-FFF2-40B4-BE49-F238E27FC236}">
                <a16:creationId xmlns:a16="http://schemas.microsoft.com/office/drawing/2014/main" id="{2432FC9D-8BE8-08A1-DF94-D18D86B64A9A}"/>
              </a:ext>
            </a:extLst>
          </p:cNvPr>
          <p:cNvSpPr/>
          <p:nvPr/>
        </p:nvSpPr>
        <p:spPr>
          <a:xfrm>
            <a:off x="5395520" y="3083923"/>
            <a:ext cx="858643" cy="858643"/>
          </a:xfrm>
          <a:prstGeom prst="ellipse">
            <a:avLst/>
          </a:prstGeom>
          <a:solidFill>
            <a:srgbClr val="000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L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FCF5D2C0-C88A-5C43-82C4-629030512A85}"/>
              </a:ext>
            </a:extLst>
          </p:cNvPr>
          <p:cNvSpPr/>
          <p:nvPr/>
        </p:nvSpPr>
        <p:spPr>
          <a:xfrm>
            <a:off x="1149441" y="3083923"/>
            <a:ext cx="858643" cy="85864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H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1E6BC823-D97A-D848-E8DE-A9229D962ACF}"/>
              </a:ext>
            </a:extLst>
          </p:cNvPr>
          <p:cNvSpPr/>
          <p:nvPr/>
        </p:nvSpPr>
        <p:spPr>
          <a:xfrm>
            <a:off x="5374082" y="-739154"/>
            <a:ext cx="858643" cy="85864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H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9EE2214E-6684-478D-8B9C-C9937A38837A}"/>
              </a:ext>
            </a:extLst>
          </p:cNvPr>
          <p:cNvSpPr/>
          <p:nvPr/>
        </p:nvSpPr>
        <p:spPr>
          <a:xfrm>
            <a:off x="11227609" y="3201931"/>
            <a:ext cx="858643" cy="85864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H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1CEC4E1A-704B-88F7-1AF0-19E9978444F3}"/>
              </a:ext>
            </a:extLst>
          </p:cNvPr>
          <p:cNvSpPr/>
          <p:nvPr/>
        </p:nvSpPr>
        <p:spPr>
          <a:xfrm>
            <a:off x="5409245" y="6904411"/>
            <a:ext cx="858643" cy="85864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H</a:t>
            </a:r>
          </a:p>
        </p:txBody>
      </p: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7BF146C5-FF8A-0C89-8E9D-C3A9B089A3F9}"/>
              </a:ext>
            </a:extLst>
          </p:cNvPr>
          <p:cNvCxnSpPr>
            <a:cxnSpLocks/>
          </p:cNvCxnSpPr>
          <p:nvPr/>
        </p:nvCxnSpPr>
        <p:spPr>
          <a:xfrm>
            <a:off x="8002893" y="3566791"/>
            <a:ext cx="0" cy="685339"/>
          </a:xfrm>
          <a:prstGeom prst="straightConnector1">
            <a:avLst/>
          </a:prstGeom>
          <a:ln w="92075">
            <a:solidFill>
              <a:srgbClr val="FF501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3C102ADC-5F2E-2CDC-A7A8-13CD6F458842}"/>
              </a:ext>
            </a:extLst>
          </p:cNvPr>
          <p:cNvCxnSpPr>
            <a:cxnSpLocks/>
          </p:cNvCxnSpPr>
          <p:nvPr/>
        </p:nvCxnSpPr>
        <p:spPr>
          <a:xfrm flipV="1">
            <a:off x="5862966" y="1363589"/>
            <a:ext cx="685966" cy="11410"/>
          </a:xfrm>
          <a:prstGeom prst="straightConnector1">
            <a:avLst/>
          </a:prstGeom>
          <a:ln w="92075">
            <a:solidFill>
              <a:srgbClr val="FF501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BD7799E-D72C-717F-9D87-4C40B07B76F6}"/>
              </a:ext>
            </a:extLst>
          </p:cNvPr>
          <p:cNvCxnSpPr>
            <a:cxnSpLocks/>
          </p:cNvCxnSpPr>
          <p:nvPr/>
        </p:nvCxnSpPr>
        <p:spPr>
          <a:xfrm flipH="1">
            <a:off x="5164891" y="5718089"/>
            <a:ext cx="698075" cy="0"/>
          </a:xfrm>
          <a:prstGeom prst="straightConnector1">
            <a:avLst/>
          </a:prstGeom>
          <a:ln w="92075">
            <a:solidFill>
              <a:srgbClr val="FF501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610919B-D660-06F8-9D39-DC79F99C4AA8}"/>
              </a:ext>
            </a:extLst>
          </p:cNvPr>
          <p:cNvCxnSpPr>
            <a:cxnSpLocks/>
          </p:cNvCxnSpPr>
          <p:nvPr/>
        </p:nvCxnSpPr>
        <p:spPr>
          <a:xfrm flipV="1">
            <a:off x="3631401" y="2749378"/>
            <a:ext cx="0" cy="679622"/>
          </a:xfrm>
          <a:prstGeom prst="straightConnector1">
            <a:avLst/>
          </a:prstGeom>
          <a:ln w="92075">
            <a:solidFill>
              <a:srgbClr val="FF501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age 18">
            <a:extLst>
              <a:ext uri="{FF2B5EF4-FFF2-40B4-BE49-F238E27FC236}">
                <a16:creationId xmlns:a16="http://schemas.microsoft.com/office/drawing/2014/main" id="{9AA136B0-8075-F2C3-355B-665932FE3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10" y="2324783"/>
            <a:ext cx="251346" cy="27927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06586D8-6DEC-DDA4-AF95-C2FEBE4CF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674" y="3701235"/>
            <a:ext cx="1010732" cy="239658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5EE64A3-E376-EBAB-3E94-AE17BDA8C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7551" y="4193642"/>
            <a:ext cx="329505" cy="321660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926A6145-B663-A845-0D80-EA7AC8D023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101" y="3707781"/>
            <a:ext cx="1595532" cy="29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8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1129-30C9-AD5B-F1BB-E11801CA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>
            <a:extLst>
              <a:ext uri="{FF2B5EF4-FFF2-40B4-BE49-F238E27FC236}">
                <a16:creationId xmlns:a16="http://schemas.microsoft.com/office/drawing/2014/main" id="{D1924E89-9274-44F3-4C30-72B0BBB9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674" y="3701235"/>
            <a:ext cx="1010732" cy="2396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E45752-2FE7-5E39-8311-0EF4E36E25EF}"/>
              </a:ext>
            </a:extLst>
          </p:cNvPr>
          <p:cNvSpPr/>
          <p:nvPr/>
        </p:nvSpPr>
        <p:spPr>
          <a:xfrm>
            <a:off x="444500" y="200723"/>
            <a:ext cx="11690350" cy="658742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A7632AB-3CBA-0E30-D377-AA25453B4FB8}"/>
              </a:ext>
            </a:extLst>
          </p:cNvPr>
          <p:cNvSpPr/>
          <p:nvPr/>
        </p:nvSpPr>
        <p:spPr>
          <a:xfrm>
            <a:off x="3673045" y="1387045"/>
            <a:ext cx="4331044" cy="43310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965C4268-7E2E-C53D-EA9D-2B84A2BF036D}"/>
              </a:ext>
            </a:extLst>
          </p:cNvPr>
          <p:cNvCxnSpPr>
            <a:cxnSpLocks/>
          </p:cNvCxnSpPr>
          <p:nvPr/>
        </p:nvCxnSpPr>
        <p:spPr>
          <a:xfrm flipV="1">
            <a:off x="8004089" y="2464420"/>
            <a:ext cx="0" cy="1088147"/>
          </a:xfrm>
          <a:prstGeom prst="straightConnector1">
            <a:avLst/>
          </a:prstGeom>
          <a:ln w="57150">
            <a:solidFill>
              <a:srgbClr val="78206E">
                <a:alpha val="28413"/>
              </a:srgbClr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58CF1FAE-2CFC-AFB8-EA24-19C5EEEA13AA}"/>
              </a:ext>
            </a:extLst>
          </p:cNvPr>
          <p:cNvCxnSpPr>
            <a:cxnSpLocks/>
          </p:cNvCxnSpPr>
          <p:nvPr/>
        </p:nvCxnSpPr>
        <p:spPr>
          <a:xfrm flipH="1">
            <a:off x="7002966" y="3552567"/>
            <a:ext cx="999927" cy="14224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A1ED7EEF-B15D-C0FC-981F-2926F50263E9}"/>
              </a:ext>
            </a:extLst>
          </p:cNvPr>
          <p:cNvCxnSpPr>
            <a:cxnSpLocks/>
          </p:cNvCxnSpPr>
          <p:nvPr/>
        </p:nvCxnSpPr>
        <p:spPr>
          <a:xfrm flipV="1">
            <a:off x="8002893" y="3552567"/>
            <a:ext cx="996141" cy="14224"/>
          </a:xfrm>
          <a:prstGeom prst="straightConnector1">
            <a:avLst/>
          </a:prstGeom>
          <a:ln w="92075">
            <a:solidFill>
              <a:schemeClr val="accent3">
                <a:lumMod val="75000"/>
                <a:alpha val="1919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Ellipse 64">
            <a:extLst>
              <a:ext uri="{FF2B5EF4-FFF2-40B4-BE49-F238E27FC236}">
                <a16:creationId xmlns:a16="http://schemas.microsoft.com/office/drawing/2014/main" id="{6BDDEB7C-D06D-FD74-BAED-E25251755687}"/>
              </a:ext>
            </a:extLst>
          </p:cNvPr>
          <p:cNvSpPr/>
          <p:nvPr/>
        </p:nvSpPr>
        <p:spPr>
          <a:xfrm>
            <a:off x="5395520" y="3083923"/>
            <a:ext cx="858643" cy="858643"/>
          </a:xfrm>
          <a:prstGeom prst="ellipse">
            <a:avLst/>
          </a:prstGeom>
          <a:solidFill>
            <a:srgbClr val="000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L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B7A8CD8A-22AA-0A0E-C993-A1D5EFFC313D}"/>
              </a:ext>
            </a:extLst>
          </p:cNvPr>
          <p:cNvSpPr/>
          <p:nvPr/>
        </p:nvSpPr>
        <p:spPr>
          <a:xfrm>
            <a:off x="1149441" y="3083923"/>
            <a:ext cx="858643" cy="85864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H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A7C4305-2126-F9D5-153D-84F56EE3D902}"/>
              </a:ext>
            </a:extLst>
          </p:cNvPr>
          <p:cNvSpPr/>
          <p:nvPr/>
        </p:nvSpPr>
        <p:spPr>
          <a:xfrm>
            <a:off x="11227609" y="3201931"/>
            <a:ext cx="858643" cy="85864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0" dirty="0"/>
              <a:t>H</a:t>
            </a:r>
          </a:p>
        </p:txBody>
      </p: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4D55DFAA-7710-50F3-3678-BFA352247A0A}"/>
              </a:ext>
            </a:extLst>
          </p:cNvPr>
          <p:cNvCxnSpPr>
            <a:cxnSpLocks/>
          </p:cNvCxnSpPr>
          <p:nvPr/>
        </p:nvCxnSpPr>
        <p:spPr>
          <a:xfrm>
            <a:off x="8002893" y="3566791"/>
            <a:ext cx="0" cy="685339"/>
          </a:xfrm>
          <a:prstGeom prst="straightConnector1">
            <a:avLst/>
          </a:prstGeom>
          <a:ln w="92075">
            <a:solidFill>
              <a:srgbClr val="FF501B">
                <a:alpha val="36994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E9225E54-DFBE-08A4-4CD1-ABE55DCAB8D5}"/>
              </a:ext>
            </a:extLst>
          </p:cNvPr>
          <p:cNvCxnSpPr>
            <a:cxnSpLocks/>
          </p:cNvCxnSpPr>
          <p:nvPr/>
        </p:nvCxnSpPr>
        <p:spPr>
          <a:xfrm flipH="1" flipV="1">
            <a:off x="7716795" y="2804984"/>
            <a:ext cx="295365" cy="761807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6C06A988-3C38-0EE1-CEF9-B1292C611F7A}"/>
              </a:ext>
            </a:extLst>
          </p:cNvPr>
          <p:cNvCxnSpPr>
            <a:cxnSpLocks/>
          </p:cNvCxnSpPr>
          <p:nvPr/>
        </p:nvCxnSpPr>
        <p:spPr>
          <a:xfrm>
            <a:off x="8015436" y="3566791"/>
            <a:ext cx="233368" cy="533024"/>
          </a:xfrm>
          <a:prstGeom prst="straightConnector1">
            <a:avLst/>
          </a:prstGeom>
          <a:ln w="92075">
            <a:solidFill>
              <a:srgbClr val="FF501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EB275ABE-62A7-BE79-E3B6-C17C3C7716A4}"/>
              </a:ext>
            </a:extLst>
          </p:cNvPr>
          <p:cNvCxnSpPr>
            <a:cxnSpLocks/>
          </p:cNvCxnSpPr>
          <p:nvPr/>
        </p:nvCxnSpPr>
        <p:spPr>
          <a:xfrm flipV="1">
            <a:off x="8011126" y="3262748"/>
            <a:ext cx="706792" cy="279273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A316AFF3-9F50-1FF7-8297-6E899A8A1459}"/>
              </a:ext>
            </a:extLst>
          </p:cNvPr>
          <p:cNvGrpSpPr/>
          <p:nvPr/>
        </p:nvGrpSpPr>
        <p:grpSpPr>
          <a:xfrm rot="16200000">
            <a:off x="4601872" y="491908"/>
            <a:ext cx="1996068" cy="1787710"/>
            <a:chOff x="-2002128" y="2464420"/>
            <a:chExt cx="1996068" cy="1787710"/>
          </a:xfrm>
        </p:grpSpPr>
        <p:cxnSp>
          <p:nvCxnSpPr>
            <p:cNvPr id="34" name="Connecteur droit avec flèche 33">
              <a:extLst>
                <a:ext uri="{FF2B5EF4-FFF2-40B4-BE49-F238E27FC236}">
                  <a16:creationId xmlns:a16="http://schemas.microsoft.com/office/drawing/2014/main" id="{E5F04DC9-8EE2-C2D0-FA64-C60A8438B4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001005" y="2464420"/>
              <a:ext cx="0" cy="1088147"/>
            </a:xfrm>
            <a:prstGeom prst="straightConnector1">
              <a:avLst/>
            </a:prstGeom>
            <a:ln w="57150">
              <a:solidFill>
                <a:srgbClr val="78206E">
                  <a:alpha val="28413"/>
                </a:srgb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88237BDE-B383-90BC-C19C-4B09F0ADC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002128" y="3552567"/>
              <a:ext cx="999927" cy="14224"/>
            </a:xfrm>
            <a:prstGeom prst="straightConnector1">
              <a:avLst/>
            </a:prstGeom>
            <a:ln w="92075"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1CF19A36-5822-C417-06ED-401F5EDA0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002201" y="3552567"/>
              <a:ext cx="996141" cy="14224"/>
            </a:xfrm>
            <a:prstGeom prst="straightConnector1">
              <a:avLst/>
            </a:prstGeom>
            <a:ln w="92075">
              <a:solidFill>
                <a:schemeClr val="accent3">
                  <a:lumMod val="75000"/>
                  <a:alpha val="1919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DDB9A719-5E00-A59C-642A-FB8F1938477D}"/>
                </a:ext>
              </a:extLst>
            </p:cNvPr>
            <p:cNvCxnSpPr>
              <a:cxnSpLocks/>
            </p:cNvCxnSpPr>
            <p:nvPr/>
          </p:nvCxnSpPr>
          <p:spPr>
            <a:xfrm>
              <a:off x="-1002201" y="3566791"/>
              <a:ext cx="0" cy="685339"/>
            </a:xfrm>
            <a:prstGeom prst="straightConnector1">
              <a:avLst/>
            </a:prstGeom>
            <a:ln w="92075">
              <a:solidFill>
                <a:srgbClr val="FF501B">
                  <a:alpha val="36994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avec flèche 39">
              <a:extLst>
                <a:ext uri="{FF2B5EF4-FFF2-40B4-BE49-F238E27FC236}">
                  <a16:creationId xmlns:a16="http://schemas.microsoft.com/office/drawing/2014/main" id="{584FD75E-D2D7-08DB-1F37-8F84DAF648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288299" y="2804984"/>
              <a:ext cx="295365" cy="761807"/>
            </a:xfrm>
            <a:prstGeom prst="straightConnector1">
              <a:avLst/>
            </a:prstGeom>
            <a:ln w="57150">
              <a:solidFill>
                <a:srgbClr val="78206E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C93E3396-59A7-D7AF-F4AB-21B6F0BB08CB}"/>
                </a:ext>
              </a:extLst>
            </p:cNvPr>
            <p:cNvCxnSpPr>
              <a:cxnSpLocks/>
            </p:cNvCxnSpPr>
            <p:nvPr/>
          </p:nvCxnSpPr>
          <p:spPr>
            <a:xfrm>
              <a:off x="-989658" y="3566791"/>
              <a:ext cx="233368" cy="533024"/>
            </a:xfrm>
            <a:prstGeom prst="straightConnector1">
              <a:avLst/>
            </a:prstGeom>
            <a:ln w="92075">
              <a:solidFill>
                <a:srgbClr val="FF501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A7A42E23-0A08-3958-1FBC-D71A8FC8AE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93968" y="3262748"/>
              <a:ext cx="706792" cy="279273"/>
            </a:xfrm>
            <a:prstGeom prst="straightConnector1">
              <a:avLst/>
            </a:prstGeom>
            <a:ln w="920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Image 23">
            <a:extLst>
              <a:ext uri="{FF2B5EF4-FFF2-40B4-BE49-F238E27FC236}">
                <a16:creationId xmlns:a16="http://schemas.microsoft.com/office/drawing/2014/main" id="{4B4DFE52-F89A-183E-EFBB-2E2E5FE8F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076" y="3707781"/>
            <a:ext cx="1572303" cy="286428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051873D9-178C-04EC-C940-61A09A4AAD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5710" y="2383797"/>
            <a:ext cx="251346" cy="279273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1541E11C-9058-7AA4-859F-E14E09330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0609" y="2588312"/>
            <a:ext cx="269798" cy="239821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C3E9299F-966B-1FAB-6129-FAA2BE1301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0151" y="4099815"/>
            <a:ext cx="329505" cy="321660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CFC60E40-50C5-206B-7FEF-641BFA291C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3004" y="3041368"/>
            <a:ext cx="1548379" cy="264065"/>
          </a:xfrm>
          <a:prstGeom prst="rect">
            <a:avLst/>
          </a:prstGeom>
        </p:spPr>
      </p:pic>
      <p:grpSp>
        <p:nvGrpSpPr>
          <p:cNvPr id="53" name="Groupe 52">
            <a:extLst>
              <a:ext uri="{FF2B5EF4-FFF2-40B4-BE49-F238E27FC236}">
                <a16:creationId xmlns:a16="http://schemas.microsoft.com/office/drawing/2014/main" id="{EE7CDE27-7058-9F45-FD09-DB690FD52666}"/>
              </a:ext>
            </a:extLst>
          </p:cNvPr>
          <p:cNvGrpSpPr/>
          <p:nvPr/>
        </p:nvGrpSpPr>
        <p:grpSpPr>
          <a:xfrm rot="10800000">
            <a:off x="2685875" y="2823092"/>
            <a:ext cx="1996068" cy="1787710"/>
            <a:chOff x="-2002128" y="2464420"/>
            <a:chExt cx="1996068" cy="1787710"/>
          </a:xfrm>
        </p:grpSpPr>
        <p:cxnSp>
          <p:nvCxnSpPr>
            <p:cNvPr id="54" name="Connecteur droit avec flèche 53">
              <a:extLst>
                <a:ext uri="{FF2B5EF4-FFF2-40B4-BE49-F238E27FC236}">
                  <a16:creationId xmlns:a16="http://schemas.microsoft.com/office/drawing/2014/main" id="{4B237946-05F4-CD07-CF3C-FC6E06B1CB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001005" y="2464420"/>
              <a:ext cx="0" cy="1088147"/>
            </a:xfrm>
            <a:prstGeom prst="straightConnector1">
              <a:avLst/>
            </a:prstGeom>
            <a:ln w="57150">
              <a:solidFill>
                <a:srgbClr val="78206E">
                  <a:alpha val="28413"/>
                </a:srgb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49DBAF89-C4E0-C7B2-DDCC-F5D6FE5D21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002128" y="3552567"/>
              <a:ext cx="999927" cy="14224"/>
            </a:xfrm>
            <a:prstGeom prst="straightConnector1">
              <a:avLst/>
            </a:prstGeom>
            <a:ln w="92075"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55">
              <a:extLst>
                <a:ext uri="{FF2B5EF4-FFF2-40B4-BE49-F238E27FC236}">
                  <a16:creationId xmlns:a16="http://schemas.microsoft.com/office/drawing/2014/main" id="{8853053A-8F4A-5C96-E023-22A132A17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002201" y="3552567"/>
              <a:ext cx="996141" cy="14224"/>
            </a:xfrm>
            <a:prstGeom prst="straightConnector1">
              <a:avLst/>
            </a:prstGeom>
            <a:ln w="92075">
              <a:solidFill>
                <a:schemeClr val="accent3">
                  <a:lumMod val="75000"/>
                  <a:alpha val="1919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avec flèche 56">
              <a:extLst>
                <a:ext uri="{FF2B5EF4-FFF2-40B4-BE49-F238E27FC236}">
                  <a16:creationId xmlns:a16="http://schemas.microsoft.com/office/drawing/2014/main" id="{C6EAA070-2A3D-1495-DC1E-BF41E8B8252D}"/>
                </a:ext>
              </a:extLst>
            </p:cNvPr>
            <p:cNvCxnSpPr>
              <a:cxnSpLocks/>
            </p:cNvCxnSpPr>
            <p:nvPr/>
          </p:nvCxnSpPr>
          <p:spPr>
            <a:xfrm>
              <a:off x="-1002201" y="3566791"/>
              <a:ext cx="0" cy="685339"/>
            </a:xfrm>
            <a:prstGeom prst="straightConnector1">
              <a:avLst/>
            </a:prstGeom>
            <a:ln w="92075">
              <a:solidFill>
                <a:srgbClr val="FF501B">
                  <a:alpha val="36994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avec flèche 58">
              <a:extLst>
                <a:ext uri="{FF2B5EF4-FFF2-40B4-BE49-F238E27FC236}">
                  <a16:creationId xmlns:a16="http://schemas.microsoft.com/office/drawing/2014/main" id="{BA92BBBE-9B9D-7383-D280-15E018A295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288299" y="2804984"/>
              <a:ext cx="295365" cy="761807"/>
            </a:xfrm>
            <a:prstGeom prst="straightConnector1">
              <a:avLst/>
            </a:prstGeom>
            <a:ln w="57150">
              <a:solidFill>
                <a:srgbClr val="78206E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avec flèche 59">
              <a:extLst>
                <a:ext uri="{FF2B5EF4-FFF2-40B4-BE49-F238E27FC236}">
                  <a16:creationId xmlns:a16="http://schemas.microsoft.com/office/drawing/2014/main" id="{A38EAAEE-DE21-2B0B-1F28-AC17B863B854}"/>
                </a:ext>
              </a:extLst>
            </p:cNvPr>
            <p:cNvCxnSpPr>
              <a:cxnSpLocks/>
            </p:cNvCxnSpPr>
            <p:nvPr/>
          </p:nvCxnSpPr>
          <p:spPr>
            <a:xfrm>
              <a:off x="-989658" y="3566791"/>
              <a:ext cx="233368" cy="533024"/>
            </a:xfrm>
            <a:prstGeom prst="straightConnector1">
              <a:avLst/>
            </a:prstGeom>
            <a:ln w="92075">
              <a:solidFill>
                <a:srgbClr val="FF501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>
              <a:extLst>
                <a:ext uri="{FF2B5EF4-FFF2-40B4-BE49-F238E27FC236}">
                  <a16:creationId xmlns:a16="http://schemas.microsoft.com/office/drawing/2014/main" id="{96D26591-9890-5A5A-00FB-85FA633036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93968" y="3262748"/>
              <a:ext cx="706792" cy="279273"/>
            </a:xfrm>
            <a:prstGeom prst="straightConnector1">
              <a:avLst/>
            </a:prstGeom>
            <a:ln w="920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66BE163E-1B30-E006-68F4-C53683AD78AE}"/>
              </a:ext>
            </a:extLst>
          </p:cNvPr>
          <p:cNvGrpSpPr/>
          <p:nvPr/>
        </p:nvGrpSpPr>
        <p:grpSpPr>
          <a:xfrm rot="5400000">
            <a:off x="5030857" y="4824234"/>
            <a:ext cx="1996068" cy="1787710"/>
            <a:chOff x="-2002128" y="2464420"/>
            <a:chExt cx="1996068" cy="1787710"/>
          </a:xfrm>
        </p:grpSpPr>
        <p:cxnSp>
          <p:nvCxnSpPr>
            <p:cNvPr id="63" name="Connecteur droit avec flèche 62">
              <a:extLst>
                <a:ext uri="{FF2B5EF4-FFF2-40B4-BE49-F238E27FC236}">
                  <a16:creationId xmlns:a16="http://schemas.microsoft.com/office/drawing/2014/main" id="{3ADC5A9A-B0D6-C377-D447-97E8195F63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001005" y="2464420"/>
              <a:ext cx="0" cy="1088147"/>
            </a:xfrm>
            <a:prstGeom prst="straightConnector1">
              <a:avLst/>
            </a:prstGeom>
            <a:ln w="57150">
              <a:solidFill>
                <a:srgbClr val="78206E">
                  <a:alpha val="28413"/>
                </a:srgbClr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eur droit avec flèche 63">
              <a:extLst>
                <a:ext uri="{FF2B5EF4-FFF2-40B4-BE49-F238E27FC236}">
                  <a16:creationId xmlns:a16="http://schemas.microsoft.com/office/drawing/2014/main" id="{8D504F6B-6C3C-579E-6346-4766FB28C3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002128" y="3552567"/>
              <a:ext cx="999927" cy="14224"/>
            </a:xfrm>
            <a:prstGeom prst="straightConnector1">
              <a:avLst/>
            </a:prstGeom>
            <a:ln w="92075"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eur droit avec flèche 69">
              <a:extLst>
                <a:ext uri="{FF2B5EF4-FFF2-40B4-BE49-F238E27FC236}">
                  <a16:creationId xmlns:a16="http://schemas.microsoft.com/office/drawing/2014/main" id="{C4C3D67A-C22F-023E-06EB-5162CBB78F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002201" y="3552567"/>
              <a:ext cx="996141" cy="14224"/>
            </a:xfrm>
            <a:prstGeom prst="straightConnector1">
              <a:avLst/>
            </a:prstGeom>
            <a:ln w="92075">
              <a:solidFill>
                <a:schemeClr val="accent3">
                  <a:lumMod val="75000"/>
                  <a:alpha val="1919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eur droit avec flèche 70">
              <a:extLst>
                <a:ext uri="{FF2B5EF4-FFF2-40B4-BE49-F238E27FC236}">
                  <a16:creationId xmlns:a16="http://schemas.microsoft.com/office/drawing/2014/main" id="{31765805-9A58-DF58-07AA-5390573CB0EB}"/>
                </a:ext>
              </a:extLst>
            </p:cNvPr>
            <p:cNvCxnSpPr>
              <a:cxnSpLocks/>
            </p:cNvCxnSpPr>
            <p:nvPr/>
          </p:nvCxnSpPr>
          <p:spPr>
            <a:xfrm>
              <a:off x="-1002201" y="3566791"/>
              <a:ext cx="0" cy="685339"/>
            </a:xfrm>
            <a:prstGeom prst="straightConnector1">
              <a:avLst/>
            </a:prstGeom>
            <a:ln w="92075">
              <a:solidFill>
                <a:srgbClr val="FF501B">
                  <a:alpha val="36994"/>
                </a:srgb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eur droit avec flèche 71">
              <a:extLst>
                <a:ext uri="{FF2B5EF4-FFF2-40B4-BE49-F238E27FC236}">
                  <a16:creationId xmlns:a16="http://schemas.microsoft.com/office/drawing/2014/main" id="{94424C7B-AB46-AC64-6612-5D8A36372B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288299" y="2804984"/>
              <a:ext cx="295365" cy="761807"/>
            </a:xfrm>
            <a:prstGeom prst="straightConnector1">
              <a:avLst/>
            </a:prstGeom>
            <a:ln w="57150">
              <a:solidFill>
                <a:srgbClr val="78206E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eur droit avec flèche 72">
              <a:extLst>
                <a:ext uri="{FF2B5EF4-FFF2-40B4-BE49-F238E27FC236}">
                  <a16:creationId xmlns:a16="http://schemas.microsoft.com/office/drawing/2014/main" id="{9F33E9CF-252B-FCE2-3439-C420E67BC564}"/>
                </a:ext>
              </a:extLst>
            </p:cNvPr>
            <p:cNvCxnSpPr>
              <a:cxnSpLocks/>
            </p:cNvCxnSpPr>
            <p:nvPr/>
          </p:nvCxnSpPr>
          <p:spPr>
            <a:xfrm>
              <a:off x="-989658" y="3566791"/>
              <a:ext cx="233368" cy="533024"/>
            </a:xfrm>
            <a:prstGeom prst="straightConnector1">
              <a:avLst/>
            </a:prstGeom>
            <a:ln w="92075">
              <a:solidFill>
                <a:srgbClr val="FF501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eur droit avec flèche 73">
              <a:extLst>
                <a:ext uri="{FF2B5EF4-FFF2-40B4-BE49-F238E27FC236}">
                  <a16:creationId xmlns:a16="http://schemas.microsoft.com/office/drawing/2014/main" id="{C9B58F1F-300D-AB47-C545-A84CF22FB8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93968" y="3262748"/>
              <a:ext cx="706792" cy="279273"/>
            </a:xfrm>
            <a:prstGeom prst="straightConnector1">
              <a:avLst/>
            </a:prstGeom>
            <a:ln w="92075">
              <a:solidFill>
                <a:schemeClr val="accent3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200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arallélogramme 31">
            <a:extLst>
              <a:ext uri="{FF2B5EF4-FFF2-40B4-BE49-F238E27FC236}">
                <a16:creationId xmlns:a16="http://schemas.microsoft.com/office/drawing/2014/main" id="{346C28AA-5214-DF5B-0DB6-E61A7EAF3621}"/>
              </a:ext>
            </a:extLst>
          </p:cNvPr>
          <p:cNvSpPr/>
          <p:nvPr/>
        </p:nvSpPr>
        <p:spPr>
          <a:xfrm>
            <a:off x="1638300" y="3067050"/>
            <a:ext cx="8172450" cy="3498850"/>
          </a:xfrm>
          <a:prstGeom prst="parallelogram">
            <a:avLst>
              <a:gd name="adj" fmla="val 55490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799F8664-940A-6F60-3EE3-BC8A0EB5BD28}"/>
              </a:ext>
            </a:extLst>
          </p:cNvPr>
          <p:cNvSpPr/>
          <p:nvPr/>
        </p:nvSpPr>
        <p:spPr>
          <a:xfrm>
            <a:off x="5116077" y="4584003"/>
            <a:ext cx="858643" cy="546797"/>
          </a:xfrm>
          <a:prstGeom prst="ellipse">
            <a:avLst/>
          </a:prstGeom>
          <a:solidFill>
            <a:srgbClr val="000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i="1" dirty="0"/>
              <a:t>L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AF5A5FD3-8A81-0116-4D92-DD99A1548187}"/>
              </a:ext>
            </a:extLst>
          </p:cNvPr>
          <p:cNvSpPr/>
          <p:nvPr/>
        </p:nvSpPr>
        <p:spPr>
          <a:xfrm>
            <a:off x="3450356" y="3510005"/>
            <a:ext cx="4331044" cy="26129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D332AF65-EDC0-83B2-FE44-3653862FC895}"/>
              </a:ext>
            </a:extLst>
          </p:cNvPr>
          <p:cNvCxnSpPr>
            <a:cxnSpLocks/>
          </p:cNvCxnSpPr>
          <p:nvPr/>
        </p:nvCxnSpPr>
        <p:spPr>
          <a:xfrm flipH="1" flipV="1">
            <a:off x="7423150" y="4584003"/>
            <a:ext cx="305669" cy="493827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1D8581EF-790E-B980-7F58-647C930F371C}"/>
              </a:ext>
            </a:extLst>
          </p:cNvPr>
          <p:cNvCxnSpPr>
            <a:cxnSpLocks/>
          </p:cNvCxnSpPr>
          <p:nvPr/>
        </p:nvCxnSpPr>
        <p:spPr>
          <a:xfrm flipH="1">
            <a:off x="5264150" y="3520684"/>
            <a:ext cx="454893" cy="263916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7B5AAC7E-1FAA-98FE-3908-602412A72BC2}"/>
              </a:ext>
            </a:extLst>
          </p:cNvPr>
          <p:cNvCxnSpPr>
            <a:cxnSpLocks/>
          </p:cNvCxnSpPr>
          <p:nvPr/>
        </p:nvCxnSpPr>
        <p:spPr>
          <a:xfrm>
            <a:off x="3473906" y="4720140"/>
            <a:ext cx="342444" cy="356952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41EEFDC-586C-DCD1-BD4E-7569DD6FF441}"/>
              </a:ext>
            </a:extLst>
          </p:cNvPr>
          <p:cNvCxnSpPr>
            <a:cxnSpLocks/>
          </p:cNvCxnSpPr>
          <p:nvPr/>
        </p:nvCxnSpPr>
        <p:spPr>
          <a:xfrm flipV="1">
            <a:off x="5545399" y="5835650"/>
            <a:ext cx="474401" cy="297973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arallélogramme 32">
            <a:extLst>
              <a:ext uri="{FF2B5EF4-FFF2-40B4-BE49-F238E27FC236}">
                <a16:creationId xmlns:a16="http://schemas.microsoft.com/office/drawing/2014/main" id="{790891C1-0502-A179-6850-9E3D564AAD15}"/>
              </a:ext>
            </a:extLst>
          </p:cNvPr>
          <p:cNvSpPr/>
          <p:nvPr/>
        </p:nvSpPr>
        <p:spPr>
          <a:xfrm>
            <a:off x="1577996" y="1820709"/>
            <a:ext cx="8172450" cy="3498850"/>
          </a:xfrm>
          <a:prstGeom prst="parallelogram">
            <a:avLst>
              <a:gd name="adj" fmla="val 55490"/>
            </a:avLst>
          </a:prstGeom>
          <a:solidFill>
            <a:schemeClr val="tx2">
              <a:lumMod val="50000"/>
              <a:lumOff val="50000"/>
              <a:alpha val="58273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5F522551-BC54-B586-CDD8-7BA2DA2ACE62}"/>
              </a:ext>
            </a:extLst>
          </p:cNvPr>
          <p:cNvSpPr/>
          <p:nvPr/>
        </p:nvSpPr>
        <p:spPr>
          <a:xfrm>
            <a:off x="3480508" y="2283040"/>
            <a:ext cx="4331044" cy="26129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5DB7DEB1-DCF1-45B5-2FBA-47B346281B3B}"/>
              </a:ext>
            </a:extLst>
          </p:cNvPr>
          <p:cNvCxnSpPr>
            <a:cxnSpLocks/>
          </p:cNvCxnSpPr>
          <p:nvPr/>
        </p:nvCxnSpPr>
        <p:spPr>
          <a:xfrm flipH="1" flipV="1">
            <a:off x="7531099" y="2976526"/>
            <a:ext cx="238309" cy="831322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D4B91503-D8A2-92AE-084E-5FD57A67086D}"/>
              </a:ext>
            </a:extLst>
          </p:cNvPr>
          <p:cNvCxnSpPr>
            <a:cxnSpLocks/>
          </p:cNvCxnSpPr>
          <p:nvPr/>
        </p:nvCxnSpPr>
        <p:spPr>
          <a:xfrm flipH="1">
            <a:off x="4521200" y="2291660"/>
            <a:ext cx="1131180" cy="259299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401C8FCE-AECB-CA17-8E4D-15569FA4E4E2}"/>
              </a:ext>
            </a:extLst>
          </p:cNvPr>
          <p:cNvCxnSpPr>
            <a:cxnSpLocks/>
          </p:cNvCxnSpPr>
          <p:nvPr/>
        </p:nvCxnSpPr>
        <p:spPr>
          <a:xfrm>
            <a:off x="3486858" y="3530556"/>
            <a:ext cx="449697" cy="825544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0D059F1B-F24F-3962-1720-639DF23EE689}"/>
              </a:ext>
            </a:extLst>
          </p:cNvPr>
          <p:cNvCxnSpPr>
            <a:cxnSpLocks/>
          </p:cNvCxnSpPr>
          <p:nvPr/>
        </p:nvCxnSpPr>
        <p:spPr>
          <a:xfrm flipV="1">
            <a:off x="5543733" y="4667250"/>
            <a:ext cx="1263467" cy="221793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arallélogramme 33">
            <a:extLst>
              <a:ext uri="{FF2B5EF4-FFF2-40B4-BE49-F238E27FC236}">
                <a16:creationId xmlns:a16="http://schemas.microsoft.com/office/drawing/2014/main" id="{5C8EEF58-B46E-09DA-7D62-2BAC442E2D39}"/>
              </a:ext>
            </a:extLst>
          </p:cNvPr>
          <p:cNvSpPr/>
          <p:nvPr/>
        </p:nvSpPr>
        <p:spPr>
          <a:xfrm>
            <a:off x="1608148" y="234448"/>
            <a:ext cx="8172450" cy="3498850"/>
          </a:xfrm>
          <a:prstGeom prst="parallelogram">
            <a:avLst>
              <a:gd name="adj" fmla="val 55490"/>
            </a:avLst>
          </a:prstGeom>
          <a:solidFill>
            <a:schemeClr val="tx2">
              <a:lumMod val="50000"/>
              <a:lumOff val="50000"/>
              <a:alpha val="49552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C92AC5D0-F15F-48F7-65EA-FEF112C042C0}"/>
              </a:ext>
            </a:extLst>
          </p:cNvPr>
          <p:cNvSpPr/>
          <p:nvPr/>
        </p:nvSpPr>
        <p:spPr>
          <a:xfrm>
            <a:off x="3420901" y="363587"/>
            <a:ext cx="4331044" cy="26129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95ED8709-5816-2ECA-EE2C-7E91F45E5F6C}"/>
              </a:ext>
            </a:extLst>
          </p:cNvPr>
          <p:cNvCxnSpPr>
            <a:cxnSpLocks/>
          </p:cNvCxnSpPr>
          <p:nvPr/>
        </p:nvCxnSpPr>
        <p:spPr>
          <a:xfrm flipH="1" flipV="1">
            <a:off x="7643298" y="363587"/>
            <a:ext cx="107950" cy="1184233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7429C34E-F34F-7B3D-DCBE-F0F482784D6F}"/>
              </a:ext>
            </a:extLst>
          </p:cNvPr>
          <p:cNvCxnSpPr>
            <a:cxnSpLocks/>
          </p:cNvCxnSpPr>
          <p:nvPr/>
        </p:nvCxnSpPr>
        <p:spPr>
          <a:xfrm flipH="1" flipV="1">
            <a:off x="4040198" y="352908"/>
            <a:ext cx="1654175" cy="20162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ABF480E3-DE83-9156-96C7-653C77661443}"/>
              </a:ext>
            </a:extLst>
          </p:cNvPr>
          <p:cNvCxnSpPr>
            <a:cxnSpLocks/>
          </p:cNvCxnSpPr>
          <p:nvPr/>
        </p:nvCxnSpPr>
        <p:spPr>
          <a:xfrm flipH="1">
            <a:off x="3259148" y="1577047"/>
            <a:ext cx="161056" cy="1347384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4685C41C-BA78-F2DF-D955-6C8CF66FDD31}"/>
              </a:ext>
            </a:extLst>
          </p:cNvPr>
          <p:cNvCxnSpPr>
            <a:cxnSpLocks/>
          </p:cNvCxnSpPr>
          <p:nvPr/>
        </p:nvCxnSpPr>
        <p:spPr>
          <a:xfrm flipV="1">
            <a:off x="5530185" y="2951254"/>
            <a:ext cx="1566669" cy="35951"/>
          </a:xfrm>
          <a:prstGeom prst="straightConnector1">
            <a:avLst/>
          </a:prstGeom>
          <a:ln w="57150">
            <a:solidFill>
              <a:srgbClr val="78206E"/>
            </a:solidFill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1645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</Words>
  <Application>Microsoft Macintosh PowerPoint</Application>
  <PresentationFormat>Grand écran</PresentationFormat>
  <Paragraphs>16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Massonnet</dc:creator>
  <cp:lastModifiedBy>François Massonnet</cp:lastModifiedBy>
  <cp:revision>2</cp:revision>
  <dcterms:created xsi:type="dcterms:W3CDTF">2026-03-13T08:38:09Z</dcterms:created>
  <dcterms:modified xsi:type="dcterms:W3CDTF">2026-03-13T09:23:11Z</dcterms:modified>
</cp:coreProperties>
</file>
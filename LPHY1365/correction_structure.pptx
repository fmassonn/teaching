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591"/>
    <p:restoredTop sz="93815"/>
  </p:normalViewPr>
  <p:slideViewPr>
    <p:cSldViewPr snapToGrid="0">
      <p:cViewPr>
        <p:scale>
          <a:sx n="194" d="100"/>
          <a:sy n="194" d="100"/>
        </p:scale>
        <p:origin x="5744" y="408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90E4CE-CCAD-4149-AC2B-FD051B57DC65}" type="datetimeFigureOut">
              <a:rPr lang="fr-FR" smtClean="0"/>
              <a:t>19/03/2026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2D5720-7BCC-8345-A54A-A69AC17F5C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3582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2D5720-7BCC-8345-A54A-A69AC17F5C50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642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BDC16E-2481-6ED4-A0DD-217B4C4164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90CD0B3-ECE0-386D-7B59-0DCF6B7D9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F88D05C-EA52-0C84-C583-FB55DC191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79CAC-48ED-AD47-B367-92FBB37E46BE}" type="datetimeFigureOut">
              <a:rPr lang="fr-FR" smtClean="0"/>
              <a:t>19/03/2026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B5784DB-9629-69E8-305D-4899784E0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EED8C77-6BC9-7AE8-819E-23F2A6FF3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8DE89-CEA1-4348-A955-149A9A3C5B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394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B38238-72B6-435B-257F-9C3E0EE9B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B97A86-1654-FB26-D8C5-F6AB7D4ED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EA2C87F-25EC-8689-8B35-88A923B0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79CAC-48ED-AD47-B367-92FBB37E46BE}" type="datetimeFigureOut">
              <a:rPr lang="fr-FR" smtClean="0"/>
              <a:t>19/03/2026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4A2302A-84A8-4B30-E9EF-9F61759A1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577EDF9-BEFE-BEBE-3F31-EE4CDC81A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8DE89-CEA1-4348-A955-149A9A3C5B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620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B5EF4D-15C1-23E5-CA57-DA1C243CE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F6B4F5B-439F-6963-5D02-48E570793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05113DD-236A-3023-F7E6-D5D6F07BD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79CAC-48ED-AD47-B367-92FBB37E46BE}" type="datetimeFigureOut">
              <a:rPr lang="fr-FR" smtClean="0"/>
              <a:t>19/03/2026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19A6A3C-E89C-3F50-7840-D02A877E2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6EBE77D-721E-9824-220A-022E8C53F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8DE89-CEA1-4348-A955-149A9A3C5B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266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6D6D3A-0AED-FCF8-0AFF-BA271B79B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267AB3A-AE5E-4012-7E24-D1E97E455C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DFEB1C7-F430-D10F-B72C-75D9A2EE6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96BE035-B229-560B-463D-C52F0FF92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79CAC-48ED-AD47-B367-92FBB37E46BE}" type="datetimeFigureOut">
              <a:rPr lang="fr-FR" smtClean="0"/>
              <a:t>19/03/2026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DCBC585-268B-7523-15AB-C99C2B338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D626D9D-975B-AC6E-C6C0-4052CCF87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8DE89-CEA1-4348-A955-149A9A3C5B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0211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DEDA6F-1FCB-E33F-1E6F-738302137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7DC7CCE-532A-0CD3-4F12-387C4A6CB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7C5357E-D515-D8F7-1035-9C8284E516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B4D9DD6-B406-21A6-7CED-183C3597D3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F4CE131-5D95-ACC6-769A-B80F71262D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1166A45-4A30-6DE0-5177-4DC4B285F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79CAC-48ED-AD47-B367-92FBB37E46BE}" type="datetimeFigureOut">
              <a:rPr lang="fr-FR" smtClean="0"/>
              <a:t>19/03/2026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9CEC6EF-4DD9-069E-4609-21A559753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1460620-0815-D9E7-9EAB-D5705E990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8DE89-CEA1-4348-A955-149A9A3C5B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7414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DAA7BD-5F03-5A41-29C3-3123E0489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3F788BA-08B5-1529-39DD-F27C3AC13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79CAC-48ED-AD47-B367-92FBB37E46BE}" type="datetimeFigureOut">
              <a:rPr lang="fr-FR" smtClean="0"/>
              <a:t>19/03/2026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19446ED-313E-C3CA-6BFB-BA14F1101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4F28075-D3D6-C6B8-FF3B-9D4498EBD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8DE89-CEA1-4348-A955-149A9A3C5B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0669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24FA187-F148-9908-C34F-AA0675216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79CAC-48ED-AD47-B367-92FBB37E46BE}" type="datetimeFigureOut">
              <a:rPr lang="fr-FR" smtClean="0"/>
              <a:t>19/03/2026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6853EDE-ED90-98A2-C062-D52940876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9CC4D9F-BB0C-3448-619C-9F4F630FF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8DE89-CEA1-4348-A955-149A9A3C5B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1811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3D72B8-ABFD-3149-97DE-7CA52B269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31DA9F-302B-8268-0014-4545AE64E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3A62CEB-74DE-7C2C-59A2-E408E5F7BD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4322C57-3025-40EF-D6CA-944DD8486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79CAC-48ED-AD47-B367-92FBB37E46BE}" type="datetimeFigureOut">
              <a:rPr lang="fr-FR" smtClean="0"/>
              <a:t>19/03/2026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80B6CE4-F704-FDEC-3A66-094B3FD21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610EEFD-ECAF-BF2E-C46B-ECDDE5039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8DE89-CEA1-4348-A955-149A9A3C5B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0049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4B45E7-2233-A299-03AA-5B9C0E45A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38B6FD1-0627-127A-447E-1AEB7BBA16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39992FE-B765-2F66-B120-DA9CADA52F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AAF9889-255D-20B2-34DC-8876D31FB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79CAC-48ED-AD47-B367-92FBB37E46BE}" type="datetimeFigureOut">
              <a:rPr lang="fr-FR" smtClean="0"/>
              <a:t>19/03/2026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FC5F4C9-7D09-CA28-C8AE-E6FFF37C9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865CF17-070E-BF64-4BB1-756F81784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8DE89-CEA1-4348-A955-149A9A3C5B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2418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E2EE6B-5860-DA65-2A38-F9CEC659D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07E0387-A2AE-C912-056A-0B25612D20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4AC245-BAE3-9215-C952-2996A4D8C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79CAC-48ED-AD47-B367-92FBB37E46BE}" type="datetimeFigureOut">
              <a:rPr lang="fr-FR" smtClean="0"/>
              <a:t>19/03/2026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2FAA2C9-05DD-B8EA-778A-73763422F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B2824B6-E999-3788-7060-7A89DAD36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8DE89-CEA1-4348-A955-149A9A3C5B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5303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2A2E0DC-2253-E0A7-D761-FF04E6A75E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CDCEB9C-C810-72B3-1465-F91B2F15AC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14B4DD-9938-128D-066A-DEB5968EA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79CAC-48ED-AD47-B367-92FBB37E46BE}" type="datetimeFigureOut">
              <a:rPr lang="fr-FR" smtClean="0"/>
              <a:t>19/03/2026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EDC6C9B-B01C-2697-5F4A-087386BE3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3BD3E44-B557-FBCB-B3B9-2B1B50074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8DE89-CEA1-4348-A955-149A9A3C5B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7624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6265790-281C-A4AC-FA11-0A5513382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F026C6E-3AAD-B3B7-5050-8162082382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6068EF1-D36A-D986-4971-D1D05852EB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379CAC-48ED-AD47-B367-92FBB37E46BE}" type="datetimeFigureOut">
              <a:rPr lang="fr-FR" smtClean="0"/>
              <a:t>19/03/2026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8F1CE75-CE7A-FE20-919C-C8264775AD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AA96257-ECBC-8AD1-9A55-EDDD1A06C4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78DE89-CEA1-4348-A955-149A9A3C5B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6813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orme libre 25">
            <a:extLst>
              <a:ext uri="{FF2B5EF4-FFF2-40B4-BE49-F238E27FC236}">
                <a16:creationId xmlns:a16="http://schemas.microsoft.com/office/drawing/2014/main" id="{F4F83B9D-A94F-EA93-ABE4-C582B8274CF5}"/>
              </a:ext>
            </a:extLst>
          </p:cNvPr>
          <p:cNvSpPr/>
          <p:nvPr/>
        </p:nvSpPr>
        <p:spPr>
          <a:xfrm rot="444707">
            <a:off x="913368" y="1342665"/>
            <a:ext cx="10035251" cy="3445412"/>
          </a:xfrm>
          <a:custGeom>
            <a:avLst/>
            <a:gdLst>
              <a:gd name="csX0" fmla="*/ 0 w 10035251"/>
              <a:gd name="csY0" fmla="*/ 3183038 h 3445412"/>
              <a:gd name="csX1" fmla="*/ 4213185 w 10035251"/>
              <a:gd name="csY1" fmla="*/ 3125164 h 3445412"/>
              <a:gd name="csX2" fmla="*/ 10035251 w 10035251"/>
              <a:gd name="csY2" fmla="*/ 0 h 34454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035251" h="3445412">
                <a:moveTo>
                  <a:pt x="0" y="3183038"/>
                </a:moveTo>
                <a:cubicBezTo>
                  <a:pt x="1270321" y="3419354"/>
                  <a:pt x="2540643" y="3655670"/>
                  <a:pt x="4213185" y="3125164"/>
                </a:cubicBezTo>
                <a:cubicBezTo>
                  <a:pt x="5885727" y="2594658"/>
                  <a:pt x="7960489" y="1297329"/>
                  <a:pt x="10035251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Forme libre 26">
            <a:extLst>
              <a:ext uri="{FF2B5EF4-FFF2-40B4-BE49-F238E27FC236}">
                <a16:creationId xmlns:a16="http://schemas.microsoft.com/office/drawing/2014/main" id="{1DF33EAB-46AB-AF35-D778-E48B301B35FB}"/>
              </a:ext>
            </a:extLst>
          </p:cNvPr>
          <p:cNvSpPr/>
          <p:nvPr/>
        </p:nvSpPr>
        <p:spPr>
          <a:xfrm>
            <a:off x="1226916" y="3562945"/>
            <a:ext cx="10232021" cy="2219233"/>
          </a:xfrm>
          <a:custGeom>
            <a:avLst/>
            <a:gdLst>
              <a:gd name="csX0" fmla="*/ 0 w 10232021"/>
              <a:gd name="csY0" fmla="*/ 1458410 h 2219233"/>
              <a:gd name="csX1" fmla="*/ 3426107 w 10232021"/>
              <a:gd name="csY1" fmla="*/ 2152891 h 2219233"/>
              <a:gd name="csX2" fmla="*/ 10232021 w 10232021"/>
              <a:gd name="csY2" fmla="*/ 0 h 22192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232021" h="2219233">
                <a:moveTo>
                  <a:pt x="0" y="1458410"/>
                </a:moveTo>
                <a:cubicBezTo>
                  <a:pt x="860385" y="1927184"/>
                  <a:pt x="1720770" y="2395959"/>
                  <a:pt x="3426107" y="2152891"/>
                </a:cubicBezTo>
                <a:cubicBezTo>
                  <a:pt x="5131444" y="1909823"/>
                  <a:pt x="7681732" y="954911"/>
                  <a:pt x="10232021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Forme libre 27">
            <a:extLst>
              <a:ext uri="{FF2B5EF4-FFF2-40B4-BE49-F238E27FC236}">
                <a16:creationId xmlns:a16="http://schemas.microsoft.com/office/drawing/2014/main" id="{5680A69B-AC64-D44B-A832-4D853F232FBA}"/>
              </a:ext>
            </a:extLst>
          </p:cNvPr>
          <p:cNvSpPr/>
          <p:nvPr/>
        </p:nvSpPr>
        <p:spPr>
          <a:xfrm>
            <a:off x="833377" y="324090"/>
            <a:ext cx="10035251" cy="2841585"/>
          </a:xfrm>
          <a:custGeom>
            <a:avLst/>
            <a:gdLst>
              <a:gd name="csX0" fmla="*/ 0 w 10035251"/>
              <a:gd name="csY0" fmla="*/ 3183038 h 3445412"/>
              <a:gd name="csX1" fmla="*/ 4213185 w 10035251"/>
              <a:gd name="csY1" fmla="*/ 3125164 h 3445412"/>
              <a:gd name="csX2" fmla="*/ 10035251 w 10035251"/>
              <a:gd name="csY2" fmla="*/ 0 h 34454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035251" h="3445412">
                <a:moveTo>
                  <a:pt x="0" y="3183038"/>
                </a:moveTo>
                <a:cubicBezTo>
                  <a:pt x="1270321" y="3419354"/>
                  <a:pt x="2540643" y="3655670"/>
                  <a:pt x="4213185" y="3125164"/>
                </a:cubicBezTo>
                <a:cubicBezTo>
                  <a:pt x="5885727" y="2594658"/>
                  <a:pt x="7960489" y="1297329"/>
                  <a:pt x="10035251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0" name="Image 29">
            <a:extLst>
              <a:ext uri="{FF2B5EF4-FFF2-40B4-BE49-F238E27FC236}">
                <a16:creationId xmlns:a16="http://schemas.microsoft.com/office/drawing/2014/main" id="{2353F5BA-3C70-7EBB-9475-A763653DF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328" y="348564"/>
            <a:ext cx="469900" cy="393700"/>
          </a:xfrm>
          <a:prstGeom prst="rect">
            <a:avLst/>
          </a:prstGeom>
        </p:spPr>
      </p:pic>
      <p:pic>
        <p:nvPicPr>
          <p:cNvPr id="31" name="Image 30">
            <a:extLst>
              <a:ext uri="{FF2B5EF4-FFF2-40B4-BE49-F238E27FC236}">
                <a16:creationId xmlns:a16="http://schemas.microsoft.com/office/drawing/2014/main" id="{B0FED1C3-F9DF-F97B-7317-1C0AADFDA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3992" y="1548032"/>
            <a:ext cx="469900" cy="393700"/>
          </a:xfrm>
          <a:prstGeom prst="rect">
            <a:avLst/>
          </a:prstGeom>
        </p:spPr>
      </p:pic>
      <p:pic>
        <p:nvPicPr>
          <p:cNvPr id="32" name="Image 31">
            <a:extLst>
              <a:ext uri="{FF2B5EF4-FFF2-40B4-BE49-F238E27FC236}">
                <a16:creationId xmlns:a16="http://schemas.microsoft.com/office/drawing/2014/main" id="{AD76ACEE-EF98-0889-D843-90034BD583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2631" y="3079839"/>
            <a:ext cx="482600" cy="393700"/>
          </a:xfrm>
          <a:prstGeom prst="rect">
            <a:avLst/>
          </a:prstGeom>
        </p:spPr>
      </p:pic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E065817A-CE44-E4B6-2319-C8A303E0D6B9}"/>
              </a:ext>
            </a:extLst>
          </p:cNvPr>
          <p:cNvCxnSpPr/>
          <p:nvPr/>
        </p:nvCxnSpPr>
        <p:spPr>
          <a:xfrm flipV="1">
            <a:off x="3217762" y="1270401"/>
            <a:ext cx="0" cy="6800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55C94973-FD32-08F7-3305-0E92D2493F3A}"/>
              </a:ext>
            </a:extLst>
          </p:cNvPr>
          <p:cNvCxnSpPr>
            <a:cxnSpLocks/>
          </p:cNvCxnSpPr>
          <p:nvPr/>
        </p:nvCxnSpPr>
        <p:spPr>
          <a:xfrm>
            <a:off x="3217762" y="1950492"/>
            <a:ext cx="69448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1" name="Groupe 40">
            <a:extLst>
              <a:ext uri="{FF2B5EF4-FFF2-40B4-BE49-F238E27FC236}">
                <a16:creationId xmlns:a16="http://schemas.microsoft.com/office/drawing/2014/main" id="{19D2FB5C-AD95-8CCF-72ED-09B11B471D55}"/>
              </a:ext>
            </a:extLst>
          </p:cNvPr>
          <p:cNvGrpSpPr/>
          <p:nvPr/>
        </p:nvGrpSpPr>
        <p:grpSpPr>
          <a:xfrm rot="938299">
            <a:off x="2594658" y="5030779"/>
            <a:ext cx="694481" cy="680091"/>
            <a:chOff x="4816997" y="590310"/>
            <a:chExt cx="694481" cy="680091"/>
          </a:xfrm>
        </p:grpSpPr>
        <p:cxnSp>
          <p:nvCxnSpPr>
            <p:cNvPr id="39" name="Connecteur droit avec flèche 38">
              <a:extLst>
                <a:ext uri="{FF2B5EF4-FFF2-40B4-BE49-F238E27FC236}">
                  <a16:creationId xmlns:a16="http://schemas.microsoft.com/office/drawing/2014/main" id="{C8AF4C7B-F74D-F987-8B9B-332F44E433B7}"/>
                </a:ext>
              </a:extLst>
            </p:cNvPr>
            <p:cNvCxnSpPr/>
            <p:nvPr/>
          </p:nvCxnSpPr>
          <p:spPr>
            <a:xfrm flipV="1">
              <a:off x="4816997" y="590310"/>
              <a:ext cx="0" cy="68009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avec flèche 39">
              <a:extLst>
                <a:ext uri="{FF2B5EF4-FFF2-40B4-BE49-F238E27FC236}">
                  <a16:creationId xmlns:a16="http://schemas.microsoft.com/office/drawing/2014/main" id="{B016CFEB-5445-C79F-CE4A-9918CC9D76D4}"/>
                </a:ext>
              </a:extLst>
            </p:cNvPr>
            <p:cNvCxnSpPr>
              <a:cxnSpLocks/>
            </p:cNvCxnSpPr>
            <p:nvPr/>
          </p:nvCxnSpPr>
          <p:spPr>
            <a:xfrm>
              <a:off x="4816997" y="1270401"/>
              <a:ext cx="69448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4" name="Image 43">
            <a:extLst>
              <a:ext uri="{FF2B5EF4-FFF2-40B4-BE49-F238E27FC236}">
                <a16:creationId xmlns:a16="http://schemas.microsoft.com/office/drawing/2014/main" id="{0A307153-3EED-43C9-C85E-70E80C2EED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3854" y="1075821"/>
            <a:ext cx="168122" cy="336243"/>
          </a:xfrm>
          <a:prstGeom prst="rect">
            <a:avLst/>
          </a:prstGeom>
        </p:spPr>
      </p:pic>
      <p:pic>
        <p:nvPicPr>
          <p:cNvPr id="45" name="Image 44">
            <a:extLst>
              <a:ext uri="{FF2B5EF4-FFF2-40B4-BE49-F238E27FC236}">
                <a16:creationId xmlns:a16="http://schemas.microsoft.com/office/drawing/2014/main" id="{19F5972D-0977-997F-3BD9-3389B63D39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6616" y="1883778"/>
            <a:ext cx="136099" cy="280203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F63244B4-5050-84C7-17B7-55167E14144A}"/>
              </a:ext>
            </a:extLst>
          </p:cNvPr>
          <p:cNvSpPr txBox="1"/>
          <p:nvPr/>
        </p:nvSpPr>
        <p:spPr>
          <a:xfrm>
            <a:off x="3985558" y="2163981"/>
            <a:ext cx="919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latin typeface="Segoe UI Light" panose="020B0502040204020203" pitchFamily="34" charset="0"/>
                <a:cs typeface="Segoe UI Light" panose="020B0502040204020203" pitchFamily="34" charset="0"/>
              </a:rPr>
              <a:t>Est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1531340-610F-F880-3DB4-C21EE16D43BA}"/>
              </a:ext>
            </a:extLst>
          </p:cNvPr>
          <p:cNvSpPr txBox="1"/>
          <p:nvPr/>
        </p:nvSpPr>
        <p:spPr>
          <a:xfrm>
            <a:off x="2645524" y="742264"/>
            <a:ext cx="919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latin typeface="Segoe UI Light" panose="020B0502040204020203" pitchFamily="34" charset="0"/>
                <a:cs typeface="Segoe UI Light" panose="020B0502040204020203" pitchFamily="34" charset="0"/>
              </a:rPr>
              <a:t>Nord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FED8AAE5-87FC-3451-FEE6-3A56065A06C6}"/>
              </a:ext>
            </a:extLst>
          </p:cNvPr>
          <p:cNvGrpSpPr/>
          <p:nvPr/>
        </p:nvGrpSpPr>
        <p:grpSpPr>
          <a:xfrm rot="20457547">
            <a:off x="8075081" y="3953270"/>
            <a:ext cx="694481" cy="680091"/>
            <a:chOff x="4816997" y="590310"/>
            <a:chExt cx="694481" cy="680091"/>
          </a:xfrm>
        </p:grpSpPr>
        <p:cxnSp>
          <p:nvCxnSpPr>
            <p:cNvPr id="5" name="Connecteur droit avec flèche 4">
              <a:extLst>
                <a:ext uri="{FF2B5EF4-FFF2-40B4-BE49-F238E27FC236}">
                  <a16:creationId xmlns:a16="http://schemas.microsoft.com/office/drawing/2014/main" id="{7C42EA72-0DA8-4A73-3211-8A080CD8013D}"/>
                </a:ext>
              </a:extLst>
            </p:cNvPr>
            <p:cNvCxnSpPr/>
            <p:nvPr/>
          </p:nvCxnSpPr>
          <p:spPr>
            <a:xfrm flipV="1">
              <a:off x="4816997" y="590310"/>
              <a:ext cx="0" cy="68009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eur droit avec flèche 5">
              <a:extLst>
                <a:ext uri="{FF2B5EF4-FFF2-40B4-BE49-F238E27FC236}">
                  <a16:creationId xmlns:a16="http://schemas.microsoft.com/office/drawing/2014/main" id="{241D6F53-70E5-EB56-9BAC-DEE08327E3E7}"/>
                </a:ext>
              </a:extLst>
            </p:cNvPr>
            <p:cNvCxnSpPr>
              <a:cxnSpLocks/>
            </p:cNvCxnSpPr>
            <p:nvPr/>
          </p:nvCxnSpPr>
          <p:spPr>
            <a:xfrm>
              <a:off x="4816997" y="1270401"/>
              <a:ext cx="69448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e 6">
            <a:extLst>
              <a:ext uri="{FF2B5EF4-FFF2-40B4-BE49-F238E27FC236}">
                <a16:creationId xmlns:a16="http://schemas.microsoft.com/office/drawing/2014/main" id="{8BAA5649-ED24-AFFC-C6BD-0B94B70ADB3B}"/>
              </a:ext>
            </a:extLst>
          </p:cNvPr>
          <p:cNvGrpSpPr/>
          <p:nvPr/>
        </p:nvGrpSpPr>
        <p:grpSpPr>
          <a:xfrm rot="21218571">
            <a:off x="4098056" y="3745115"/>
            <a:ext cx="694481" cy="680091"/>
            <a:chOff x="4816997" y="590310"/>
            <a:chExt cx="694481" cy="680091"/>
          </a:xfrm>
        </p:grpSpPr>
        <p:cxnSp>
          <p:nvCxnSpPr>
            <p:cNvPr id="8" name="Connecteur droit avec flèche 7">
              <a:extLst>
                <a:ext uri="{FF2B5EF4-FFF2-40B4-BE49-F238E27FC236}">
                  <a16:creationId xmlns:a16="http://schemas.microsoft.com/office/drawing/2014/main" id="{C3918112-484A-7DEF-8946-5DC74B9D554F}"/>
                </a:ext>
              </a:extLst>
            </p:cNvPr>
            <p:cNvCxnSpPr/>
            <p:nvPr/>
          </p:nvCxnSpPr>
          <p:spPr>
            <a:xfrm flipV="1">
              <a:off x="4816997" y="590310"/>
              <a:ext cx="0" cy="68009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eur droit avec flèche 8">
              <a:extLst>
                <a:ext uri="{FF2B5EF4-FFF2-40B4-BE49-F238E27FC236}">
                  <a16:creationId xmlns:a16="http://schemas.microsoft.com/office/drawing/2014/main" id="{AEE09AD0-8537-CC3A-D3BC-8C469C73D70D}"/>
                </a:ext>
              </a:extLst>
            </p:cNvPr>
            <p:cNvCxnSpPr>
              <a:cxnSpLocks/>
            </p:cNvCxnSpPr>
            <p:nvPr/>
          </p:nvCxnSpPr>
          <p:spPr>
            <a:xfrm>
              <a:off x="4816997" y="1270401"/>
              <a:ext cx="69448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43268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98D05CA2-5B07-0E70-9FFD-FBA868EEAD50}"/>
              </a:ext>
            </a:extLst>
          </p:cNvPr>
          <p:cNvSpPr/>
          <p:nvPr/>
        </p:nvSpPr>
        <p:spPr>
          <a:xfrm>
            <a:off x="5012497" y="2397690"/>
            <a:ext cx="2062620" cy="206262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BD690CCC-FC8C-61E4-E0ED-5D1325FD3376}"/>
              </a:ext>
            </a:extLst>
          </p:cNvPr>
          <p:cNvSpPr/>
          <p:nvPr/>
        </p:nvSpPr>
        <p:spPr>
          <a:xfrm>
            <a:off x="2409173" y="1558447"/>
            <a:ext cx="7373654" cy="374110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E7522231-06EA-DBF6-0780-50859B3A22D4}"/>
              </a:ext>
            </a:extLst>
          </p:cNvPr>
          <p:cNvSpPr/>
          <p:nvPr/>
        </p:nvSpPr>
        <p:spPr>
          <a:xfrm>
            <a:off x="-2594975" y="820455"/>
            <a:ext cx="17381950" cy="521709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B1566C5-D931-35EB-7683-D9EB0AAB1F9E}"/>
              </a:ext>
            </a:extLst>
          </p:cNvPr>
          <p:cNvSpPr txBox="1"/>
          <p:nvPr/>
        </p:nvSpPr>
        <p:spPr>
          <a:xfrm>
            <a:off x="321519" y="5874418"/>
            <a:ext cx="3801651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dirty="0">
                <a:latin typeface="Segoe UI Light" panose="020B0502040204020203" pitchFamily="34" charset="0"/>
                <a:cs typeface="Segoe UI Light" panose="020B0502040204020203" pitchFamily="34" charset="0"/>
              </a:rPr>
              <a:t>Zone de confluence (les isohypses se resserrent) </a:t>
            </a:r>
            <a:r>
              <a:rPr lang="fr-FR" dirty="0">
                <a:latin typeface="Segoe UI Light" panose="020B0502040204020203" pitchFamily="34" charset="0"/>
                <a:cs typeface="Segoe UI Light" panose="020B0502040204020203" pitchFamily="34" charset="0"/>
                <a:sym typeface="Wingdings" pitchFamily="2" charset="2"/>
              </a:rPr>
              <a:t>                   </a:t>
            </a:r>
            <a:endParaRPr lang="fr-FR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D43CA44B-692F-3CCD-4E69-245F209DB8B5}"/>
              </a:ext>
            </a:extLst>
          </p:cNvPr>
          <p:cNvSpPr/>
          <p:nvPr/>
        </p:nvSpPr>
        <p:spPr>
          <a:xfrm>
            <a:off x="-177452" y="1192784"/>
            <a:ext cx="12546904" cy="447243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41ABE032-BAB0-16AF-1018-9BA6238A5369}"/>
              </a:ext>
            </a:extLst>
          </p:cNvPr>
          <p:cNvSpPr/>
          <p:nvPr/>
        </p:nvSpPr>
        <p:spPr>
          <a:xfrm>
            <a:off x="5666678" y="3083923"/>
            <a:ext cx="858643" cy="858643"/>
          </a:xfrm>
          <a:prstGeom prst="ellipse">
            <a:avLst/>
          </a:prstGeom>
          <a:solidFill>
            <a:srgbClr val="000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0" dirty="0"/>
              <a:t>L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D4A1956-8B79-4528-AB46-998D3AC85FEB}"/>
              </a:ext>
            </a:extLst>
          </p:cNvPr>
          <p:cNvSpPr txBox="1"/>
          <p:nvPr/>
        </p:nvSpPr>
        <p:spPr>
          <a:xfrm>
            <a:off x="8104498" y="5872591"/>
            <a:ext cx="3410854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dirty="0">
                <a:latin typeface="Segoe UI Light" panose="020B0502040204020203" pitchFamily="34" charset="0"/>
                <a:cs typeface="Segoe UI Light" panose="020B0502040204020203" pitchFamily="34" charset="0"/>
              </a:rPr>
              <a:t>Zone de diffluence (les isohypses s’écartent) </a:t>
            </a:r>
            <a:r>
              <a:rPr lang="fr-FR" dirty="0">
                <a:latin typeface="Segoe UI Light" panose="020B0502040204020203" pitchFamily="34" charset="0"/>
                <a:cs typeface="Segoe UI Light" panose="020B0502040204020203" pitchFamily="34" charset="0"/>
                <a:sym typeface="Wingdings" pitchFamily="2" charset="2"/>
              </a:rPr>
              <a:t>                    </a:t>
            </a:r>
            <a:endParaRPr lang="fr-FR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A5F0AA1F-DDAE-BCA8-755F-FCBD389AC7A5}"/>
              </a:ext>
            </a:extLst>
          </p:cNvPr>
          <p:cNvCxnSpPr>
            <a:cxnSpLocks/>
          </p:cNvCxnSpPr>
          <p:nvPr/>
        </p:nvCxnSpPr>
        <p:spPr>
          <a:xfrm>
            <a:off x="2711885" y="5322086"/>
            <a:ext cx="1114816" cy="257667"/>
          </a:xfrm>
          <a:prstGeom prst="straightConnector1">
            <a:avLst/>
          </a:prstGeom>
          <a:ln w="5397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600F9F52-327F-8B96-2E7E-2111A7474A8E}"/>
              </a:ext>
            </a:extLst>
          </p:cNvPr>
          <p:cNvCxnSpPr>
            <a:cxnSpLocks/>
          </p:cNvCxnSpPr>
          <p:nvPr/>
        </p:nvCxnSpPr>
        <p:spPr>
          <a:xfrm>
            <a:off x="6095999" y="5662311"/>
            <a:ext cx="1958237" cy="2905"/>
          </a:xfrm>
          <a:prstGeom prst="straightConnector1">
            <a:avLst/>
          </a:prstGeom>
          <a:ln w="5397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222C8D06-92E9-5C8E-6A7A-D080998A16A1}"/>
              </a:ext>
            </a:extLst>
          </p:cNvPr>
          <p:cNvCxnSpPr>
            <a:cxnSpLocks/>
          </p:cNvCxnSpPr>
          <p:nvPr/>
        </p:nvCxnSpPr>
        <p:spPr>
          <a:xfrm>
            <a:off x="524007" y="4460310"/>
            <a:ext cx="515653" cy="355948"/>
          </a:xfrm>
          <a:prstGeom prst="straightConnector1">
            <a:avLst/>
          </a:prstGeom>
          <a:ln w="5397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637ABCBA-E717-C74F-9296-80B96645993D}"/>
              </a:ext>
            </a:extLst>
          </p:cNvPr>
          <p:cNvCxnSpPr>
            <a:cxnSpLocks/>
          </p:cNvCxnSpPr>
          <p:nvPr/>
        </p:nvCxnSpPr>
        <p:spPr>
          <a:xfrm flipV="1">
            <a:off x="9657566" y="4953874"/>
            <a:ext cx="1121081" cy="320627"/>
          </a:xfrm>
          <a:prstGeom prst="straightConnector1">
            <a:avLst/>
          </a:prstGeom>
          <a:ln w="5397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1231D563-8981-F1F6-EB1B-4BBA9351F8BE}"/>
              </a:ext>
            </a:extLst>
          </p:cNvPr>
          <p:cNvCxnSpPr>
            <a:cxnSpLocks/>
          </p:cNvCxnSpPr>
          <p:nvPr/>
        </p:nvCxnSpPr>
        <p:spPr>
          <a:xfrm flipV="1">
            <a:off x="11410166" y="4209294"/>
            <a:ext cx="602540" cy="428990"/>
          </a:xfrm>
          <a:prstGeom prst="straightConnector1">
            <a:avLst/>
          </a:prstGeom>
          <a:ln w="5397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22432DD4-8352-572F-4177-99A36D51A222}"/>
              </a:ext>
            </a:extLst>
          </p:cNvPr>
          <p:cNvSpPr txBox="1"/>
          <p:nvPr/>
        </p:nvSpPr>
        <p:spPr>
          <a:xfrm rot="722635">
            <a:off x="2506389" y="5568221"/>
            <a:ext cx="1872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FFC00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Vent géostrophique</a:t>
            </a:r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8E002ACD-D772-43C1-BD2B-C3C7EBDFB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1778" y="6348013"/>
            <a:ext cx="908814" cy="440497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8A807CE6-AFD4-86FA-6325-834EC13B67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8125" y="6442546"/>
            <a:ext cx="495634" cy="225699"/>
          </a:xfrm>
          <a:prstGeom prst="rect">
            <a:avLst/>
          </a:prstGeom>
        </p:spPr>
      </p:pic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ADB8C44B-5F82-000D-B25C-6A8A370547E9}"/>
              </a:ext>
            </a:extLst>
          </p:cNvPr>
          <p:cNvCxnSpPr>
            <a:cxnSpLocks/>
          </p:cNvCxnSpPr>
          <p:nvPr/>
        </p:nvCxnSpPr>
        <p:spPr>
          <a:xfrm flipV="1">
            <a:off x="2720592" y="5027487"/>
            <a:ext cx="66449" cy="292831"/>
          </a:xfrm>
          <a:prstGeom prst="straightConnector1">
            <a:avLst/>
          </a:prstGeom>
          <a:ln w="53975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avec flèche 30">
            <a:extLst>
              <a:ext uri="{FF2B5EF4-FFF2-40B4-BE49-F238E27FC236}">
                <a16:creationId xmlns:a16="http://schemas.microsoft.com/office/drawing/2014/main" id="{9276B6D7-2D35-9DAE-F370-E1E8A9E167C8}"/>
              </a:ext>
            </a:extLst>
          </p:cNvPr>
          <p:cNvCxnSpPr>
            <a:cxnSpLocks/>
          </p:cNvCxnSpPr>
          <p:nvPr/>
        </p:nvCxnSpPr>
        <p:spPr>
          <a:xfrm>
            <a:off x="2720592" y="5318138"/>
            <a:ext cx="1156213" cy="63006"/>
          </a:xfrm>
          <a:prstGeom prst="straightConnector1">
            <a:avLst/>
          </a:prstGeom>
          <a:ln w="53975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404F7145-CB1F-6E0B-0535-41B09223BCA0}"/>
              </a:ext>
            </a:extLst>
          </p:cNvPr>
          <p:cNvCxnSpPr>
            <a:cxnSpLocks/>
          </p:cNvCxnSpPr>
          <p:nvPr/>
        </p:nvCxnSpPr>
        <p:spPr>
          <a:xfrm flipV="1">
            <a:off x="524007" y="4209294"/>
            <a:ext cx="171188" cy="252058"/>
          </a:xfrm>
          <a:prstGeom prst="straightConnector1">
            <a:avLst/>
          </a:prstGeom>
          <a:ln w="53975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5F4DC911-4759-CF3B-E9C8-B20E60BA5C81}"/>
              </a:ext>
            </a:extLst>
          </p:cNvPr>
          <p:cNvCxnSpPr>
            <a:cxnSpLocks/>
          </p:cNvCxnSpPr>
          <p:nvPr/>
        </p:nvCxnSpPr>
        <p:spPr>
          <a:xfrm>
            <a:off x="524007" y="4464431"/>
            <a:ext cx="622303" cy="173853"/>
          </a:xfrm>
          <a:prstGeom prst="straightConnector1">
            <a:avLst/>
          </a:prstGeom>
          <a:ln w="53975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B03FA4C6-7BD0-3648-3CE5-6566297DCD22}"/>
              </a:ext>
            </a:extLst>
          </p:cNvPr>
          <p:cNvCxnSpPr>
            <a:cxnSpLocks/>
          </p:cNvCxnSpPr>
          <p:nvPr/>
        </p:nvCxnSpPr>
        <p:spPr>
          <a:xfrm flipV="1">
            <a:off x="9693901" y="5169986"/>
            <a:ext cx="1097272" cy="85521"/>
          </a:xfrm>
          <a:prstGeom prst="straightConnector1">
            <a:avLst/>
          </a:prstGeom>
          <a:ln w="53975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F3140E0C-9788-058B-7725-ECABC24B8DAA}"/>
              </a:ext>
            </a:extLst>
          </p:cNvPr>
          <p:cNvCxnSpPr>
            <a:cxnSpLocks/>
          </p:cNvCxnSpPr>
          <p:nvPr/>
        </p:nvCxnSpPr>
        <p:spPr>
          <a:xfrm>
            <a:off x="9693901" y="5261835"/>
            <a:ext cx="97633" cy="314470"/>
          </a:xfrm>
          <a:prstGeom prst="straightConnector1">
            <a:avLst/>
          </a:prstGeom>
          <a:ln w="53975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avec flèche 42">
            <a:extLst>
              <a:ext uri="{FF2B5EF4-FFF2-40B4-BE49-F238E27FC236}">
                <a16:creationId xmlns:a16="http://schemas.microsoft.com/office/drawing/2014/main" id="{AD67E4DB-C176-2E35-B682-8E0C46AFA3EC}"/>
              </a:ext>
            </a:extLst>
          </p:cNvPr>
          <p:cNvCxnSpPr>
            <a:cxnSpLocks/>
          </p:cNvCxnSpPr>
          <p:nvPr/>
        </p:nvCxnSpPr>
        <p:spPr>
          <a:xfrm>
            <a:off x="11418422" y="4622621"/>
            <a:ext cx="193860" cy="239549"/>
          </a:xfrm>
          <a:prstGeom prst="straightConnector1">
            <a:avLst/>
          </a:prstGeom>
          <a:ln w="53975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avec flèche 44">
            <a:extLst>
              <a:ext uri="{FF2B5EF4-FFF2-40B4-BE49-F238E27FC236}">
                <a16:creationId xmlns:a16="http://schemas.microsoft.com/office/drawing/2014/main" id="{2108B659-9876-265B-18FE-E1BAF6727D63}"/>
              </a:ext>
            </a:extLst>
          </p:cNvPr>
          <p:cNvCxnSpPr>
            <a:cxnSpLocks/>
          </p:cNvCxnSpPr>
          <p:nvPr/>
        </p:nvCxnSpPr>
        <p:spPr>
          <a:xfrm flipV="1">
            <a:off x="11418422" y="4460310"/>
            <a:ext cx="636119" cy="162311"/>
          </a:xfrm>
          <a:prstGeom prst="straightConnector1">
            <a:avLst/>
          </a:prstGeom>
          <a:ln w="53975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Ellipse 56">
            <a:extLst>
              <a:ext uri="{FF2B5EF4-FFF2-40B4-BE49-F238E27FC236}">
                <a16:creationId xmlns:a16="http://schemas.microsoft.com/office/drawing/2014/main" id="{CD2440EF-A9DD-A078-60C3-A5FB233EC4B9}"/>
              </a:ext>
            </a:extLst>
          </p:cNvPr>
          <p:cNvSpPr/>
          <p:nvPr/>
        </p:nvSpPr>
        <p:spPr>
          <a:xfrm>
            <a:off x="-2359055" y="1036654"/>
            <a:ext cx="16910110" cy="4472432"/>
          </a:xfrm>
          <a:prstGeom prst="ellipse">
            <a:avLst/>
          </a:prstGeom>
          <a:noFill/>
          <a:ln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6AAE61A4-C671-9BF0-3F1C-79D557F628DB}"/>
              </a:ext>
            </a:extLst>
          </p:cNvPr>
          <p:cNvSpPr/>
          <p:nvPr/>
        </p:nvSpPr>
        <p:spPr>
          <a:xfrm>
            <a:off x="-1380565" y="766870"/>
            <a:ext cx="14953130" cy="4472432"/>
          </a:xfrm>
          <a:prstGeom prst="ellipse">
            <a:avLst/>
          </a:prstGeom>
          <a:noFill/>
          <a:ln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5" name="Image 64">
            <a:extLst>
              <a:ext uri="{FF2B5EF4-FFF2-40B4-BE49-F238E27FC236}">
                <a16:creationId xmlns:a16="http://schemas.microsoft.com/office/drawing/2014/main" id="{6972A2A7-55F8-3D69-4267-6598E8EBBF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3141" y="6348013"/>
            <a:ext cx="900107" cy="436276"/>
          </a:xfrm>
          <a:prstGeom prst="rect">
            <a:avLst/>
          </a:prstGeom>
        </p:spPr>
      </p:pic>
      <p:sp>
        <p:nvSpPr>
          <p:cNvPr id="66" name="ZoneTexte 65">
            <a:extLst>
              <a:ext uri="{FF2B5EF4-FFF2-40B4-BE49-F238E27FC236}">
                <a16:creationId xmlns:a16="http://schemas.microsoft.com/office/drawing/2014/main" id="{900A8510-A46B-E6F1-0444-88D89FB2C3B9}"/>
              </a:ext>
            </a:extLst>
          </p:cNvPr>
          <p:cNvSpPr txBox="1"/>
          <p:nvPr/>
        </p:nvSpPr>
        <p:spPr>
          <a:xfrm rot="19216758">
            <a:off x="2471998" y="2166542"/>
            <a:ext cx="8962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isohypse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B5AF8343-19C4-7C4B-B263-63F7CE3CDF9E}"/>
              </a:ext>
            </a:extLst>
          </p:cNvPr>
          <p:cNvSpPr txBox="1"/>
          <p:nvPr/>
        </p:nvSpPr>
        <p:spPr>
          <a:xfrm rot="19216758">
            <a:off x="4889522" y="2387704"/>
            <a:ext cx="8962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isohypse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26712AB-CC2F-BE95-791F-44A68E188566}"/>
              </a:ext>
            </a:extLst>
          </p:cNvPr>
          <p:cNvSpPr txBox="1"/>
          <p:nvPr/>
        </p:nvSpPr>
        <p:spPr>
          <a:xfrm rot="19216758">
            <a:off x="-89478" y="2255068"/>
            <a:ext cx="8962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isohypse</a:t>
            </a:r>
          </a:p>
        </p:txBody>
      </p:sp>
      <p:pic>
        <p:nvPicPr>
          <p:cNvPr id="69" name="Image 68">
            <a:extLst>
              <a:ext uri="{FF2B5EF4-FFF2-40B4-BE49-F238E27FC236}">
                <a16:creationId xmlns:a16="http://schemas.microsoft.com/office/drawing/2014/main" id="{9701B54D-827E-8570-BB1F-6B36BA1F66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5875" y="6442545"/>
            <a:ext cx="539477" cy="225699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ECA2ABA9-4364-D08D-23D2-324A1AF79BA9}"/>
              </a:ext>
            </a:extLst>
          </p:cNvPr>
          <p:cNvSpPr txBox="1"/>
          <p:nvPr/>
        </p:nvSpPr>
        <p:spPr>
          <a:xfrm rot="722635">
            <a:off x="362640" y="4000128"/>
            <a:ext cx="918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92D050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correction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A3E548A-D232-3936-4F1D-714F515E3ED6}"/>
              </a:ext>
            </a:extLst>
          </p:cNvPr>
          <p:cNvSpPr txBox="1"/>
          <p:nvPr/>
        </p:nvSpPr>
        <p:spPr>
          <a:xfrm rot="722635">
            <a:off x="2386128" y="4716128"/>
            <a:ext cx="918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92D050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correction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F7F527E-E772-FAEB-42D5-CB0F5D55130C}"/>
              </a:ext>
            </a:extLst>
          </p:cNvPr>
          <p:cNvSpPr txBox="1"/>
          <p:nvPr/>
        </p:nvSpPr>
        <p:spPr>
          <a:xfrm rot="20703686">
            <a:off x="9407378" y="5497375"/>
            <a:ext cx="918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92D050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correction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694E7ED-D52A-758C-E7CD-D3D3F9A3BCAD}"/>
              </a:ext>
            </a:extLst>
          </p:cNvPr>
          <p:cNvSpPr txBox="1"/>
          <p:nvPr/>
        </p:nvSpPr>
        <p:spPr>
          <a:xfrm rot="20221220">
            <a:off x="11224782" y="4912278"/>
            <a:ext cx="918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92D050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correction</a:t>
            </a:r>
          </a:p>
        </p:txBody>
      </p:sp>
    </p:spTree>
    <p:extLst>
      <p:ext uri="{BB962C8B-B14F-4D97-AF65-F5344CB8AC3E}">
        <p14:creationId xmlns:p14="http://schemas.microsoft.com/office/powerpoint/2010/main" val="80021802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1389</TotalTime>
  <Words>34</Words>
  <Application>Microsoft Macintosh PowerPoint</Application>
  <PresentationFormat>Grand écran</PresentationFormat>
  <Paragraphs>14</Paragraphs>
  <Slides>2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Segoe UI Light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François Massonnet</dc:creator>
  <cp:lastModifiedBy>François Massonnet</cp:lastModifiedBy>
  <cp:revision>5</cp:revision>
  <dcterms:created xsi:type="dcterms:W3CDTF">2026-03-17T10:29:01Z</dcterms:created>
  <dcterms:modified xsi:type="dcterms:W3CDTF">2026-03-19T11:52:36Z</dcterms:modified>
</cp:coreProperties>
</file>
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1B"/>
    <a:srgbClr val="000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51"/>
    <p:restoredTop sz="94699"/>
  </p:normalViewPr>
  <p:slideViewPr>
    <p:cSldViewPr snapToGrid="0">
      <p:cViewPr>
        <p:scale>
          <a:sx n="201" d="100"/>
          <a:sy n="201" d="100"/>
        </p:scale>
        <p:origin x="4968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AFEE0-B525-C645-A2E2-DAB1153915D1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9AE8D3-C641-D941-8C70-B24C149111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724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E34403-297F-E2FF-7873-1509C8A2D8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F74F06-4D84-D380-5F81-C22AC3B0D3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D7F017-5539-0A11-78F0-B5BB0B5C8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0909-902F-0140-B8AB-824EC19FF0C0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5888F99-E7A3-5211-0328-30512D90B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470A42-8E76-360B-FF00-57284CFF0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9183-C5BD-8D43-A157-54A501903C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0816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55EE23-8282-570B-3424-3D4D019EC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9D01C7-068E-8DBF-F09B-69AF9262A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7F5555-376F-AE4F-092D-E3681D7BA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0909-902F-0140-B8AB-824EC19FF0C0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51A930-A4D6-87F2-A48D-A30D41D06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732E91-5CCB-7855-1A4E-313EA0C72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9183-C5BD-8D43-A157-54A501903C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395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35FDE5-C0BE-FEDC-CFD2-FE71F4728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3647484-9FD5-6B89-9D54-4EF5BCB0A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F2A414B-5DF7-3408-C5F1-0BEE9D5C2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0909-902F-0140-B8AB-824EC19FF0C0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900535-63F1-01BE-1CEB-72F2E048F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ACB7430-D429-2B16-1DF8-7EB5E9B3C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9183-C5BD-8D43-A157-54A501903C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7387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CCAC3C-622B-3A4E-2E0B-7AC75DEAA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6DD4B3-57EE-2180-F878-E4254DF670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B117CCF-1273-F4D9-3817-26F65A4BC5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54DF989-3B84-C14B-BC21-FB31FD2D4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0909-902F-0140-B8AB-824EC19FF0C0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422B7F8-4A14-CC58-E8AD-B5012B9BD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E76B273-C411-59EB-CF3A-CB570895F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9183-C5BD-8D43-A157-54A501903C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7308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B93232-DEE8-378A-9755-20AEEA150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8E7911F-6866-5542-4412-000CA352F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88363CA-9708-48C6-648B-4C062730B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03AE087-5ABE-5EB9-2709-3C72EF0357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4431545-672D-AE96-F264-B024B7770E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A59E9D-ADE8-76B2-03B1-865BC572F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0909-902F-0140-B8AB-824EC19FF0C0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0C599D5-C5EA-A01E-6E32-EF6DF348A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634D180-1756-054D-23DF-88EA6F4C4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9183-C5BD-8D43-A157-54A501903C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6009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964540-144A-FDB4-5C59-5C85814DF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068CBB6-0A00-8A82-FC25-6AA903F7D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0909-902F-0140-B8AB-824EC19FF0C0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2D74BF2-2C05-4D6C-BA96-E24EB016E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32DFF17-4531-BF82-AA2E-B2639141D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9183-C5BD-8D43-A157-54A501903C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5574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F19573E-57BD-F530-7096-99541E720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0909-902F-0140-B8AB-824EC19FF0C0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B21A0AE-3F59-2087-AC68-68D3ED292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46CC150-161F-626E-C118-01EAC42D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9183-C5BD-8D43-A157-54A501903C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2019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B68777-D334-4406-16EF-4676F1862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624400-CB19-14F5-F6FE-2DA801053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C047C73-F6B6-6D5C-B565-6C40386F7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718986D-7FBC-590D-7E6A-9BB0B0DEC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0909-902F-0140-B8AB-824EC19FF0C0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C1067C1-CA88-1C25-520A-404673C5F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83D1836-BFDA-8D71-6D34-3F2B741EF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9183-C5BD-8D43-A157-54A501903C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02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7D004F-9043-616D-CFB0-3C71B6596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AB7643B-4C16-01B8-6871-CD2AEBEA14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B49AD56-95FA-0D24-A0F0-211E25319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2474B69-24F1-1ABC-59DA-AC456DE56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0909-902F-0140-B8AB-824EC19FF0C0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22B63A2-AF2F-B07D-2C47-CE8D20499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5363B9-C8F4-DCD9-89DA-4E73B1872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9183-C5BD-8D43-A157-54A501903C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1195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DA63A1-914C-4C1C-E17A-EC44297D5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04A5D6B-D073-8C3A-518C-CBB0E64B4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E55DFF-3A9F-0A74-107C-13A62B84F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0909-902F-0140-B8AB-824EC19FF0C0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297E0C9-A93B-319A-F332-88109EC7D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F8B44E-42CD-7B51-C254-B486FBF25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9183-C5BD-8D43-A157-54A501903C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1194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B4F8955-4E8F-DBB8-5247-4A37D23495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EA88809-74AF-582C-8BFC-10816A634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DDFC8FC-5B5B-0F81-8E01-CE9449970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0909-902F-0140-B8AB-824EC19FF0C0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337DEB-6587-DFC0-C5C4-A444C983D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10C1B7-117B-7B30-A9ED-5A325D376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9183-C5BD-8D43-A157-54A501903C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5431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E5C9736-11E9-92E4-D490-DD44989B3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3FEEBA-F622-8822-C845-825685F26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B5A4378-DB62-BC1F-1F7E-D2D1B3C133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B90909-902F-0140-B8AB-824EC19FF0C0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175332-F998-B765-76D5-54BFFAF09E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171A59-7346-56A3-2329-8E247578C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6E9183-C5BD-8D43-A157-54A501903C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521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16168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0</Words>
  <Application>Microsoft Macintosh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François Massonnet</dc:creator>
  <cp:lastModifiedBy>François Massonnet</cp:lastModifiedBy>
  <cp:revision>3</cp:revision>
  <dcterms:created xsi:type="dcterms:W3CDTF">2026-03-13T08:38:09Z</dcterms:created>
  <dcterms:modified xsi:type="dcterms:W3CDTF">2026-03-13T10:45:27Z</dcterms:modified>
</cp:coreProperties>
</file>